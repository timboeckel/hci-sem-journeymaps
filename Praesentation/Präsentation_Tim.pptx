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comment1.xml" ContentType="application/vnd.openxmlformats-officedocument.presentationml.comments+xml"/>
  <Override PartName="/ppt/comments/comment2.xml" ContentType="application/vnd.openxmlformats-officedocument.presentationml.comments+xml"/>
  <Override PartName="/ppt/media/image3.jpg" ContentType="image/png"/>
  <Override PartName="/ppt/comments/comment3.xml" ContentType="application/vnd.openxmlformats-officedocument.presentationml.comments+xml"/>
  <Override PartName="/ppt/media/image4.jpg" ContentType="image/png"/>
  <Override PartName="/ppt/comments/comment4.xml" ContentType="application/vnd.openxmlformats-officedocument.presentationml.comment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7" r:id="rId3"/>
    <p:sldId id="262" r:id="rId4"/>
    <p:sldId id="261" r:id="rId5"/>
    <p:sldId id="260" r:id="rId6"/>
    <p:sldId id="264" r:id="rId7"/>
    <p:sldId id="265" r:id="rId8"/>
    <p:sldId id="258" r:id="rId9"/>
    <p:sldId id="266" r:id="rId10"/>
    <p:sldId id="259" r:id="rId11"/>
    <p:sldId id="263" r:id="rId1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im Böckel" initials="TB" lastIdx="7" clrIdx="0">
    <p:extLst>
      <p:ext uri="{19B8F6BF-5375-455C-9EA6-DF929625EA0E}">
        <p15:presenceInfo xmlns:p15="http://schemas.microsoft.com/office/powerpoint/2012/main" userId="139bf3991ca4732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E0A911-5BA5-4D41-B116-458700B76195}" v="26" dt="2021-06-05T08:58:45.6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27" autoAdjust="0"/>
    <p:restoredTop sz="94660"/>
  </p:normalViewPr>
  <p:slideViewPr>
    <p:cSldViewPr snapToGrid="0">
      <p:cViewPr varScale="1">
        <p:scale>
          <a:sx n="114" d="100"/>
          <a:sy n="114" d="100"/>
        </p:scale>
        <p:origin x="121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Böckel" userId="139bf3991ca47324" providerId="LiveId" clId="{ABE0A911-5BA5-4D41-B116-458700B76195}"/>
    <pc:docChg chg="undo custSel addSld delSld modSld sldOrd">
      <pc:chgData name="Tim Böckel" userId="139bf3991ca47324" providerId="LiveId" clId="{ABE0A911-5BA5-4D41-B116-458700B76195}" dt="2021-06-05T08:59:19.983" v="2194" actId="122"/>
      <pc:docMkLst>
        <pc:docMk/>
      </pc:docMkLst>
      <pc:sldChg chg="addSp delSp modSp mod ord setBg addAnim delAnim addCm">
        <pc:chgData name="Tim Böckel" userId="139bf3991ca47324" providerId="LiveId" clId="{ABE0A911-5BA5-4D41-B116-458700B76195}" dt="2021-06-05T08:46:27.696" v="2074" actId="14100"/>
        <pc:sldMkLst>
          <pc:docMk/>
          <pc:sldMk cId="180445862" sldId="256"/>
        </pc:sldMkLst>
        <pc:spChg chg="mod">
          <ac:chgData name="Tim Böckel" userId="139bf3991ca47324" providerId="LiveId" clId="{ABE0A911-5BA5-4D41-B116-458700B76195}" dt="2021-06-05T08:46:00.630" v="2063" actId="1076"/>
          <ac:spMkLst>
            <pc:docMk/>
            <pc:sldMk cId="180445862" sldId="256"/>
            <ac:spMk id="2" creationId="{EE25B563-104F-48A5-BBE7-A4FED326DA29}"/>
          </ac:spMkLst>
        </pc:spChg>
        <pc:spChg chg="mod">
          <ac:chgData name="Tim Böckel" userId="139bf3991ca47324" providerId="LiveId" clId="{ABE0A911-5BA5-4D41-B116-458700B76195}" dt="2021-06-05T08:46:07.975" v="2064" actId="403"/>
          <ac:spMkLst>
            <pc:docMk/>
            <pc:sldMk cId="180445862" sldId="256"/>
            <ac:spMk id="3" creationId="{7ABAC26B-C6B4-48DA-A2D9-1412FCD8B72B}"/>
          </ac:spMkLst>
        </pc:spChg>
        <pc:spChg chg="add mod">
          <ac:chgData name="Tim Böckel" userId="139bf3991ca47324" providerId="LiveId" clId="{ABE0A911-5BA5-4D41-B116-458700B76195}" dt="2021-06-05T08:46:27.696" v="2074" actId="14100"/>
          <ac:spMkLst>
            <pc:docMk/>
            <pc:sldMk cId="180445862" sldId="256"/>
            <ac:spMk id="6" creationId="{6EF0713A-87F1-4C81-8331-DD272A13DC97}"/>
          </ac:spMkLst>
        </pc:spChg>
        <pc:spChg chg="add del">
          <ac:chgData name="Tim Böckel" userId="139bf3991ca47324" providerId="LiveId" clId="{ABE0A911-5BA5-4D41-B116-458700B76195}" dt="2021-06-05T08:45:34.932" v="2055" actId="26606"/>
          <ac:spMkLst>
            <pc:docMk/>
            <pc:sldMk cId="180445862" sldId="256"/>
            <ac:spMk id="10" creationId="{81610B62-EEF8-4526-A7B2-4E91F13143C0}"/>
          </ac:spMkLst>
        </pc:spChg>
        <pc:spChg chg="add del">
          <ac:chgData name="Tim Böckel" userId="139bf3991ca47324" providerId="LiveId" clId="{ABE0A911-5BA5-4D41-B116-458700B76195}" dt="2021-06-05T08:45:34.932" v="2055" actId="26606"/>
          <ac:spMkLst>
            <pc:docMk/>
            <pc:sldMk cId="180445862" sldId="256"/>
            <ac:spMk id="12" creationId="{71FC7D98-7B8B-402A-90FC-F027482F2142}"/>
          </ac:spMkLst>
        </pc:spChg>
        <pc:spChg chg="add del">
          <ac:chgData name="Tim Böckel" userId="139bf3991ca47324" providerId="LiveId" clId="{ABE0A911-5BA5-4D41-B116-458700B76195}" dt="2021-06-05T08:45:34.932" v="2055" actId="26606"/>
          <ac:spMkLst>
            <pc:docMk/>
            <pc:sldMk cId="180445862" sldId="256"/>
            <ac:spMk id="14" creationId="{AD7356EA-285B-4E5D-8FEC-104659A4FD2C}"/>
          </ac:spMkLst>
        </pc:spChg>
        <pc:spChg chg="add del">
          <ac:chgData name="Tim Böckel" userId="139bf3991ca47324" providerId="LiveId" clId="{ABE0A911-5BA5-4D41-B116-458700B76195}" dt="2021-06-05T08:45:28.602" v="2048" actId="26606"/>
          <ac:spMkLst>
            <pc:docMk/>
            <pc:sldMk cId="180445862" sldId="256"/>
            <ac:spMk id="19" creationId="{71FC7D98-7B8B-402A-90FC-F027482F2142}"/>
          </ac:spMkLst>
        </pc:spChg>
        <pc:spChg chg="add del">
          <ac:chgData name="Tim Böckel" userId="139bf3991ca47324" providerId="LiveId" clId="{ABE0A911-5BA5-4D41-B116-458700B76195}" dt="2021-06-05T08:45:28.602" v="2048" actId="26606"/>
          <ac:spMkLst>
            <pc:docMk/>
            <pc:sldMk cId="180445862" sldId="256"/>
            <ac:spMk id="21"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3"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4" creationId="{81610B62-EEF8-4526-A7B2-4E91F13143C0}"/>
          </ac:spMkLst>
        </pc:spChg>
        <pc:spChg chg="add del">
          <ac:chgData name="Tim Böckel" userId="139bf3991ca47324" providerId="LiveId" clId="{ABE0A911-5BA5-4D41-B116-458700B76195}" dt="2021-06-05T08:45:31.756" v="2052" actId="26606"/>
          <ac:spMkLst>
            <pc:docMk/>
            <pc:sldMk cId="180445862" sldId="256"/>
            <ac:spMk id="25" creationId="{71FC7D98-7B8B-402A-90FC-F027482F2142}"/>
          </ac:spMkLst>
        </pc:spChg>
        <pc:spChg chg="add del">
          <ac:chgData name="Tim Böckel" userId="139bf3991ca47324" providerId="LiveId" clId="{ABE0A911-5BA5-4D41-B116-458700B76195}" dt="2021-06-05T08:45:34.927" v="2054" actId="26606"/>
          <ac:spMkLst>
            <pc:docMk/>
            <pc:sldMk cId="180445862" sldId="256"/>
            <ac:spMk id="33" creationId="{C7D023E4-8DE1-436E-9847-ED6A4B4B04FD}"/>
          </ac:spMkLst>
        </pc:spChg>
        <pc:spChg chg="add">
          <ac:chgData name="Tim Böckel" userId="139bf3991ca47324" providerId="LiveId" clId="{ABE0A911-5BA5-4D41-B116-458700B76195}" dt="2021-06-05T08:45:34.932" v="2055" actId="26606"/>
          <ac:spMkLst>
            <pc:docMk/>
            <pc:sldMk cId="180445862" sldId="256"/>
            <ac:spMk id="38" creationId="{ECC07320-C2CA-4E29-8481-9D9E143C7788}"/>
          </ac:spMkLst>
        </pc:spChg>
        <pc:spChg chg="add">
          <ac:chgData name="Tim Böckel" userId="139bf3991ca47324" providerId="LiveId" clId="{ABE0A911-5BA5-4D41-B116-458700B76195}" dt="2021-06-05T08:45:34.932" v="2055" actId="26606"/>
          <ac:spMkLst>
            <pc:docMk/>
            <pc:sldMk cId="180445862" sldId="256"/>
            <ac:spMk id="39" creationId="{178FB36B-5BFE-42CA-BC60-1115E0D95EEC}"/>
          </ac:spMkLst>
        </pc:spChg>
        <pc:grpChg chg="add del">
          <ac:chgData name="Tim Böckel" userId="139bf3991ca47324" providerId="LiveId" clId="{ABE0A911-5BA5-4D41-B116-458700B76195}" dt="2021-06-05T08:45:34.927" v="2054" actId="26606"/>
          <ac:grpSpMkLst>
            <pc:docMk/>
            <pc:sldMk cId="180445862" sldId="256"/>
            <ac:grpSpMk id="34" creationId="{E4556D3F-F9E0-4DD4-A96F-6A8297B92405}"/>
          </ac:grpSpMkLst>
        </pc:grpChg>
        <pc:grpChg chg="add del">
          <ac:chgData name="Tim Böckel" userId="139bf3991ca47324" providerId="LiveId" clId="{ABE0A911-5BA5-4D41-B116-458700B76195}" dt="2021-06-05T08:45:34.927" v="2054" actId="26606"/>
          <ac:grpSpMkLst>
            <pc:docMk/>
            <pc:sldMk cId="180445862" sldId="256"/>
            <ac:grpSpMk id="36" creationId="{65EABBED-2B80-4B13-A7A8-1D34C4A02741}"/>
          </ac:grpSpMkLst>
        </pc:grpChg>
        <pc:picChg chg="add mod ord">
          <ac:chgData name="Tim Böckel" userId="139bf3991ca47324" providerId="LiveId" clId="{ABE0A911-5BA5-4D41-B116-458700B76195}" dt="2021-06-05T08:45:34.932" v="2055" actId="26606"/>
          <ac:picMkLst>
            <pc:docMk/>
            <pc:sldMk cId="180445862" sldId="256"/>
            <ac:picMk id="5" creationId="{5593695E-FAA8-49B8-A2CB-C3FEF5AA81D5}"/>
          </ac:picMkLst>
        </pc:picChg>
      </pc:sldChg>
      <pc:sldChg chg="modSp new del mod">
        <pc:chgData name="Tim Böckel" userId="139bf3991ca47324" providerId="LiveId" clId="{ABE0A911-5BA5-4D41-B116-458700B76195}" dt="2021-05-27T13:15:47.137" v="473" actId="47"/>
        <pc:sldMkLst>
          <pc:docMk/>
          <pc:sldMk cId="1978413911" sldId="257"/>
        </pc:sldMkLst>
        <pc:spChg chg="mod">
          <ac:chgData name="Tim Böckel" userId="139bf3991ca47324" providerId="LiveId" clId="{ABE0A911-5BA5-4D41-B116-458700B76195}" dt="2021-05-25T11:26:09.705" v="64" actId="122"/>
          <ac:spMkLst>
            <pc:docMk/>
            <pc:sldMk cId="1978413911" sldId="257"/>
            <ac:spMk id="2" creationId="{4554FD1F-9993-4398-B8CA-297CCA0C994A}"/>
          </ac:spMkLst>
        </pc:spChg>
        <pc:spChg chg="mod">
          <ac:chgData name="Tim Böckel" userId="139bf3991ca47324" providerId="LiveId" clId="{ABE0A911-5BA5-4D41-B116-458700B76195}" dt="2021-05-25T11:26:11.554" v="65" actId="5793"/>
          <ac:spMkLst>
            <pc:docMk/>
            <pc:sldMk cId="1978413911" sldId="257"/>
            <ac:spMk id="3" creationId="{1E3AEF2A-2088-4CD1-90B7-47C4CE8DE10A}"/>
          </ac:spMkLst>
        </pc:spChg>
      </pc:sldChg>
      <pc:sldChg chg="addSp delSp modSp new mod setBg">
        <pc:chgData name="Tim Böckel" userId="139bf3991ca47324" providerId="LiveId" clId="{ABE0A911-5BA5-4D41-B116-458700B76195}" dt="2021-06-05T08:59:19.983" v="2194" actId="122"/>
        <pc:sldMkLst>
          <pc:docMk/>
          <pc:sldMk cId="4196420704" sldId="258"/>
        </pc:sldMkLst>
        <pc:spChg chg="mod">
          <ac:chgData name="Tim Böckel" userId="139bf3991ca47324" providerId="LiveId" clId="{ABE0A911-5BA5-4D41-B116-458700B76195}" dt="2021-06-05T08:59:19.983" v="2194" actId="122"/>
          <ac:spMkLst>
            <pc:docMk/>
            <pc:sldMk cId="4196420704" sldId="258"/>
            <ac:spMk id="2" creationId="{DA3D8671-380D-4C62-ACED-8BA6E69CD227}"/>
          </ac:spMkLst>
        </pc:spChg>
        <pc:spChg chg="mod">
          <ac:chgData name="Tim Böckel" userId="139bf3991ca47324" providerId="LiveId" clId="{ABE0A911-5BA5-4D41-B116-458700B76195}" dt="2021-06-05T08:59:12.535" v="2178" actId="20577"/>
          <ac:spMkLst>
            <pc:docMk/>
            <pc:sldMk cId="4196420704" sldId="258"/>
            <ac:spMk id="3" creationId="{317B21FB-06EE-4DD0-B1D3-931E3C3A24F9}"/>
          </ac:spMkLst>
        </pc:spChg>
        <pc:spChg chg="add del">
          <ac:chgData name="Tim Böckel" userId="139bf3991ca47324" providerId="LiveId" clId="{ABE0A911-5BA5-4D41-B116-458700B76195}" dt="2021-06-05T08:58:56.200" v="2172" actId="26606"/>
          <ac:spMkLst>
            <pc:docMk/>
            <pc:sldMk cId="4196420704" sldId="258"/>
            <ac:spMk id="10" creationId="{04812C46-200A-4DEB-A05E-3ED6C68C2387}"/>
          </ac:spMkLst>
        </pc:spChg>
        <pc:spChg chg="add del">
          <ac:chgData name="Tim Böckel" userId="139bf3991ca47324" providerId="LiveId" clId="{ABE0A911-5BA5-4D41-B116-458700B76195}" dt="2021-06-05T08:58:56.200" v="2172" actId="26606"/>
          <ac:spMkLst>
            <pc:docMk/>
            <pc:sldMk cId="4196420704" sldId="258"/>
            <ac:spMk id="12" creationId="{D1EA859B-E555-4109-94F3-6700E046E008}"/>
          </ac:spMkLst>
        </pc:spChg>
        <pc:spChg chg="add">
          <ac:chgData name="Tim Böckel" userId="139bf3991ca47324" providerId="LiveId" clId="{ABE0A911-5BA5-4D41-B116-458700B76195}" dt="2021-06-05T08:58:56.203" v="2173" actId="26606"/>
          <ac:spMkLst>
            <pc:docMk/>
            <pc:sldMk cId="4196420704" sldId="258"/>
            <ac:spMk id="14" creationId="{D19BB8BE-1351-4D9B-B761-F84A0B5B6519}"/>
          </ac:spMkLst>
        </pc:spChg>
        <pc:picChg chg="add mod ord">
          <ac:chgData name="Tim Böckel" userId="139bf3991ca47324" providerId="LiveId" clId="{ABE0A911-5BA5-4D41-B116-458700B76195}" dt="2021-06-05T08:58:56.203" v="2173" actId="26606"/>
          <ac:picMkLst>
            <pc:docMk/>
            <pc:sldMk cId="4196420704" sldId="258"/>
            <ac:picMk id="5" creationId="{190BED7C-F023-45A9-82E6-F21F1C5C664D}"/>
          </ac:picMkLst>
        </pc:picChg>
      </pc:sldChg>
      <pc:sldChg chg="addSp modSp new mod ord addCm delCm">
        <pc:chgData name="Tim Böckel" userId="139bf3991ca47324" providerId="LiveId" clId="{ABE0A911-5BA5-4D41-B116-458700B76195}" dt="2021-06-03T14:33:37.449" v="1800"/>
        <pc:sldMkLst>
          <pc:docMk/>
          <pc:sldMk cId="989028442" sldId="259"/>
        </pc:sldMkLst>
        <pc:spChg chg="mod">
          <ac:chgData name="Tim Böckel" userId="139bf3991ca47324" providerId="LiveId" clId="{ABE0A911-5BA5-4D41-B116-458700B76195}" dt="2021-05-25T11:27:20.552" v="107" actId="122"/>
          <ac:spMkLst>
            <pc:docMk/>
            <pc:sldMk cId="989028442" sldId="259"/>
            <ac:spMk id="2" creationId="{7A192B9F-EBFA-4972-A930-6BB6E58FFF3D}"/>
          </ac:spMkLst>
        </pc:spChg>
        <pc:spChg chg="mod">
          <ac:chgData name="Tim Böckel" userId="139bf3991ca47324" providerId="LiveId" clId="{ABE0A911-5BA5-4D41-B116-458700B76195}" dt="2021-05-27T13:50:28.949" v="1362" actId="14100"/>
          <ac:spMkLst>
            <pc:docMk/>
            <pc:sldMk cId="989028442" sldId="259"/>
            <ac:spMk id="3" creationId="{68AF4279-EE49-4CBE-A19A-AA481D02B38D}"/>
          </ac:spMkLst>
        </pc:spChg>
        <pc:spChg chg="add mod">
          <ac:chgData name="Tim Böckel" userId="139bf3991ca47324" providerId="LiveId" clId="{ABE0A911-5BA5-4D41-B116-458700B76195}" dt="2021-05-27T13:50:39.831" v="1371" actId="14100"/>
          <ac:spMkLst>
            <pc:docMk/>
            <pc:sldMk cId="989028442" sldId="259"/>
            <ac:spMk id="4" creationId="{EAF14A32-A629-45EB-9B55-508FBB5D14D7}"/>
          </ac:spMkLst>
        </pc:spChg>
      </pc:sldChg>
      <pc:sldChg chg="addSp delSp modSp new mod ord addCm delCm">
        <pc:chgData name="Tim Böckel" userId="139bf3991ca47324" providerId="LiveId" clId="{ABE0A911-5BA5-4D41-B116-458700B76195}" dt="2021-06-05T08:58:02.374" v="2169" actId="20577"/>
        <pc:sldMkLst>
          <pc:docMk/>
          <pc:sldMk cId="1568136836" sldId="260"/>
        </pc:sldMkLst>
        <pc:spChg chg="mod">
          <ac:chgData name="Tim Böckel" userId="139bf3991ca47324" providerId="LiveId" clId="{ABE0A911-5BA5-4D41-B116-458700B76195}" dt="2021-06-05T08:58:02.374" v="2169" actId="20577"/>
          <ac:spMkLst>
            <pc:docMk/>
            <pc:sldMk cId="1568136836" sldId="260"/>
            <ac:spMk id="2" creationId="{65D31581-0A1D-44E2-8969-5266A43E44E7}"/>
          </ac:spMkLst>
        </pc:spChg>
        <pc:spChg chg="mod">
          <ac:chgData name="Tim Böckel" userId="139bf3991ca47324" providerId="LiveId" clId="{ABE0A911-5BA5-4D41-B116-458700B76195}" dt="2021-05-25T11:35:41.363" v="265" actId="404"/>
          <ac:spMkLst>
            <pc:docMk/>
            <pc:sldMk cId="1568136836" sldId="260"/>
            <ac:spMk id="3" creationId="{E9DFB572-5726-494D-B4E9-C08E778FF1D7}"/>
          </ac:spMkLst>
        </pc:spChg>
        <pc:spChg chg="add mod">
          <ac:chgData name="Tim Böckel" userId="139bf3991ca47324" providerId="LiveId" clId="{ABE0A911-5BA5-4D41-B116-458700B76195}" dt="2021-05-25T11:38:41.629" v="365" actId="1076"/>
          <ac:spMkLst>
            <pc:docMk/>
            <pc:sldMk cId="1568136836" sldId="260"/>
            <ac:spMk id="4" creationId="{15761435-7B46-4F4C-99B7-50E2A2382EF1}"/>
          </ac:spMkLst>
        </pc:spChg>
        <pc:spChg chg="add mod">
          <ac:chgData name="Tim Böckel" userId="139bf3991ca47324" providerId="LiveId" clId="{ABE0A911-5BA5-4D41-B116-458700B76195}" dt="2021-05-25T11:37:12.782" v="324" actId="20577"/>
          <ac:spMkLst>
            <pc:docMk/>
            <pc:sldMk cId="1568136836" sldId="260"/>
            <ac:spMk id="5" creationId="{FBEC26AE-4D9A-4F25-918F-869194E24866}"/>
          </ac:spMkLst>
        </pc:spChg>
        <pc:spChg chg="add del mod">
          <ac:chgData name="Tim Böckel" userId="139bf3991ca47324" providerId="LiveId" clId="{ABE0A911-5BA5-4D41-B116-458700B76195}" dt="2021-05-25T11:37:35.427" v="327" actId="767"/>
          <ac:spMkLst>
            <pc:docMk/>
            <pc:sldMk cId="1568136836" sldId="260"/>
            <ac:spMk id="6" creationId="{793DE825-C1D9-44CA-99F6-791EF6367993}"/>
          </ac:spMkLst>
        </pc:spChg>
        <pc:spChg chg="add del mod">
          <ac:chgData name="Tim Böckel" userId="139bf3991ca47324" providerId="LiveId" clId="{ABE0A911-5BA5-4D41-B116-458700B76195}" dt="2021-05-25T11:37:44.691" v="332"/>
          <ac:spMkLst>
            <pc:docMk/>
            <pc:sldMk cId="1568136836" sldId="260"/>
            <ac:spMk id="7" creationId="{376BCC8F-2F6C-41BA-AC52-F0F5BB144804}"/>
          </ac:spMkLst>
        </pc:spChg>
        <pc:spChg chg="add mod">
          <ac:chgData name="Tim Böckel" userId="139bf3991ca47324" providerId="LiveId" clId="{ABE0A911-5BA5-4D41-B116-458700B76195}" dt="2021-05-25T11:38:38.935" v="364" actId="1076"/>
          <ac:spMkLst>
            <pc:docMk/>
            <pc:sldMk cId="1568136836" sldId="260"/>
            <ac:spMk id="8" creationId="{2ECB29DF-0B3F-4F62-B68A-609B5828D661}"/>
          </ac:spMkLst>
        </pc:spChg>
      </pc:sldChg>
      <pc:sldChg chg="modSp new del mod">
        <pc:chgData name="Tim Böckel" userId="139bf3991ca47324" providerId="LiveId" clId="{ABE0A911-5BA5-4D41-B116-458700B76195}" dt="2021-05-25T11:31:46.874" v="152" actId="2696"/>
        <pc:sldMkLst>
          <pc:docMk/>
          <pc:sldMk cId="1952936077" sldId="260"/>
        </pc:sldMkLst>
        <pc:spChg chg="mod">
          <ac:chgData name="Tim Böckel" userId="139bf3991ca47324" providerId="LiveId" clId="{ABE0A911-5BA5-4D41-B116-458700B76195}" dt="2021-05-25T11:30:51.990" v="150" actId="20577"/>
          <ac:spMkLst>
            <pc:docMk/>
            <pc:sldMk cId="1952936077" sldId="260"/>
            <ac:spMk id="2" creationId="{8B683154-5FA5-4C69-A2FB-49746E6C8012}"/>
          </ac:spMkLst>
        </pc:spChg>
        <pc:spChg chg="mod">
          <ac:chgData name="Tim Böckel" userId="139bf3991ca47324" providerId="LiveId" clId="{ABE0A911-5BA5-4D41-B116-458700B76195}" dt="2021-05-25T11:30:53.538" v="151" actId="5793"/>
          <ac:spMkLst>
            <pc:docMk/>
            <pc:sldMk cId="1952936077" sldId="260"/>
            <ac:spMk id="3" creationId="{2C97FAD5-6536-4044-8086-0981647BB6E6}"/>
          </ac:spMkLst>
        </pc:spChg>
      </pc:sldChg>
      <pc:sldChg chg="addSp delSp modSp new mod setBg">
        <pc:chgData name="Tim Böckel" userId="139bf3991ca47324" providerId="LiveId" clId="{ABE0A911-5BA5-4D41-B116-458700B76195}" dt="2021-06-05T08:57:45.565" v="2123" actId="14100"/>
        <pc:sldMkLst>
          <pc:docMk/>
          <pc:sldMk cId="1665137363" sldId="261"/>
        </pc:sldMkLst>
        <pc:spChg chg="mod">
          <ac:chgData name="Tim Böckel" userId="139bf3991ca47324" providerId="LiveId" clId="{ABE0A911-5BA5-4D41-B116-458700B76195}" dt="2021-06-05T08:57:28.495" v="2103" actId="26606"/>
          <ac:spMkLst>
            <pc:docMk/>
            <pc:sldMk cId="1665137363" sldId="261"/>
            <ac:spMk id="2" creationId="{FA12B39D-1DCF-4862-8C4D-ABBC433A2EF6}"/>
          </ac:spMkLst>
        </pc:spChg>
        <pc:spChg chg="mod">
          <ac:chgData name="Tim Böckel" userId="139bf3991ca47324" providerId="LiveId" clId="{ABE0A911-5BA5-4D41-B116-458700B76195}" dt="2021-06-05T08:57:28.495" v="2103" actId="26606"/>
          <ac:spMkLst>
            <pc:docMk/>
            <pc:sldMk cId="1665137363" sldId="261"/>
            <ac:spMk id="3" creationId="{B752ADDD-2B26-4BB0-AC45-5A3D985C19CF}"/>
          </ac:spMkLst>
        </pc:spChg>
        <pc:spChg chg="add mod">
          <ac:chgData name="Tim Böckel" userId="139bf3991ca47324" providerId="LiveId" clId="{ABE0A911-5BA5-4D41-B116-458700B76195}" dt="2021-06-05T08:57:45.565" v="2123" actId="14100"/>
          <ac:spMkLst>
            <pc:docMk/>
            <pc:sldMk cId="1665137363" sldId="261"/>
            <ac:spMk id="6" creationId="{10997452-4696-4E3D-B00A-8488F51132DE}"/>
          </ac:spMkLst>
        </pc:spChg>
        <pc:spChg chg="add del">
          <ac:chgData name="Tim Böckel" userId="139bf3991ca47324" providerId="LiveId" clId="{ABE0A911-5BA5-4D41-B116-458700B76195}" dt="2021-06-05T08:57:28.491" v="2102" actId="26606"/>
          <ac:spMkLst>
            <pc:docMk/>
            <pc:sldMk cId="1665137363" sldId="261"/>
            <ac:spMk id="10" creationId="{04812C46-200A-4DEB-A05E-3ED6C68C2387}"/>
          </ac:spMkLst>
        </pc:spChg>
        <pc:spChg chg="add del">
          <ac:chgData name="Tim Böckel" userId="139bf3991ca47324" providerId="LiveId" clId="{ABE0A911-5BA5-4D41-B116-458700B76195}" dt="2021-06-05T08:57:28.491" v="2102" actId="26606"/>
          <ac:spMkLst>
            <pc:docMk/>
            <pc:sldMk cId="1665137363" sldId="261"/>
            <ac:spMk id="12" creationId="{D1EA859B-E555-4109-94F3-6700E046E008}"/>
          </ac:spMkLst>
        </pc:spChg>
        <pc:spChg chg="add">
          <ac:chgData name="Tim Böckel" userId="139bf3991ca47324" providerId="LiveId" clId="{ABE0A911-5BA5-4D41-B116-458700B76195}" dt="2021-06-05T08:57:28.495" v="2103" actId="26606"/>
          <ac:spMkLst>
            <pc:docMk/>
            <pc:sldMk cId="1665137363" sldId="261"/>
            <ac:spMk id="14" creationId="{D19BB8BE-1351-4D9B-B761-F84A0B5B6519}"/>
          </ac:spMkLst>
        </pc:spChg>
        <pc:picChg chg="add mod ord">
          <ac:chgData name="Tim Böckel" userId="139bf3991ca47324" providerId="LiveId" clId="{ABE0A911-5BA5-4D41-B116-458700B76195}" dt="2021-06-05T08:57:28.495" v="2103" actId="26606"/>
          <ac:picMkLst>
            <pc:docMk/>
            <pc:sldMk cId="1665137363" sldId="261"/>
            <ac:picMk id="5" creationId="{2A210FEA-70EE-432E-9791-E09D0B587493}"/>
          </ac:picMkLst>
        </pc:picChg>
      </pc:sldChg>
      <pc:sldChg chg="addSp delSp modSp new mod setBg addCm">
        <pc:chgData name="Tim Böckel" userId="139bf3991ca47324" providerId="LiveId" clId="{ABE0A911-5BA5-4D41-B116-458700B76195}" dt="2021-06-05T08:55:31.064" v="2097" actId="14100"/>
        <pc:sldMkLst>
          <pc:docMk/>
          <pc:sldMk cId="3884062741" sldId="262"/>
        </pc:sldMkLst>
        <pc:spChg chg="mod">
          <ac:chgData name="Tim Böckel" userId="139bf3991ca47324" providerId="LiveId" clId="{ABE0A911-5BA5-4D41-B116-458700B76195}" dt="2021-06-05T08:55:14.820" v="2086" actId="26606"/>
          <ac:spMkLst>
            <pc:docMk/>
            <pc:sldMk cId="3884062741" sldId="262"/>
            <ac:spMk id="2" creationId="{6785D4A5-B972-43CC-BD41-52A866229F36}"/>
          </ac:spMkLst>
        </pc:spChg>
        <pc:spChg chg="mod ord">
          <ac:chgData name="Tim Böckel" userId="139bf3991ca47324" providerId="LiveId" clId="{ABE0A911-5BA5-4D41-B116-458700B76195}" dt="2021-06-05T08:55:14.820" v="2086" actId="26606"/>
          <ac:spMkLst>
            <pc:docMk/>
            <pc:sldMk cId="3884062741" sldId="262"/>
            <ac:spMk id="3" creationId="{6610B3B9-FEB1-4A6D-A35C-2BBE1077D41E}"/>
          </ac:spMkLst>
        </pc:spChg>
        <pc:spChg chg="add mod">
          <ac:chgData name="Tim Böckel" userId="139bf3991ca47324" providerId="LiveId" clId="{ABE0A911-5BA5-4D41-B116-458700B76195}" dt="2021-06-05T08:55:31.064" v="2097" actId="14100"/>
          <ac:spMkLst>
            <pc:docMk/>
            <pc:sldMk cId="3884062741" sldId="262"/>
            <ac:spMk id="6" creationId="{60506E7C-0D8A-4387-88CB-5F161EBC6FAF}"/>
          </ac:spMkLst>
        </pc:spChg>
        <pc:spChg chg="add del">
          <ac:chgData name="Tim Böckel" userId="139bf3991ca47324" providerId="LiveId" clId="{ABE0A911-5BA5-4D41-B116-458700B76195}" dt="2021-06-05T08:55:04.283" v="2083" actId="26606"/>
          <ac:spMkLst>
            <pc:docMk/>
            <pc:sldMk cId="3884062741" sldId="262"/>
            <ac:spMk id="7" creationId="{DBC6133C-0615-4CE4-9132-37E609A9BDFA}"/>
          </ac:spMkLst>
        </pc:spChg>
        <pc:spChg chg="add del">
          <ac:chgData name="Tim Böckel" userId="139bf3991ca47324" providerId="LiveId" clId="{ABE0A911-5BA5-4D41-B116-458700B76195}" dt="2021-06-05T08:55:04.283" v="2083" actId="26606"/>
          <ac:spMkLst>
            <pc:docMk/>
            <pc:sldMk cId="3884062741" sldId="262"/>
            <ac:spMk id="8" creationId="{169CC832-2974-4E8D-90ED-3E2941BA7336}"/>
          </ac:spMkLst>
        </pc:spChg>
        <pc:spChg chg="add del">
          <ac:chgData name="Tim Böckel" userId="139bf3991ca47324" providerId="LiveId" clId="{ABE0A911-5BA5-4D41-B116-458700B76195}" dt="2021-06-05T08:55:01.827" v="2079" actId="26606"/>
          <ac:spMkLst>
            <pc:docMk/>
            <pc:sldMk cId="3884062741" sldId="262"/>
            <ac:spMk id="10" creationId="{46F7435D-E3DB-47B1-BA61-B00ACC83A9DE}"/>
          </ac:spMkLst>
        </pc:spChg>
        <pc:spChg chg="add del">
          <ac:chgData name="Tim Böckel" userId="139bf3991ca47324" providerId="LiveId" clId="{ABE0A911-5BA5-4D41-B116-458700B76195}" dt="2021-06-05T08:55:01.827" v="2079" actId="26606"/>
          <ac:spMkLst>
            <pc:docMk/>
            <pc:sldMk cId="3884062741" sldId="262"/>
            <ac:spMk id="12" creationId="{F263A0B5-F8C4-4116-809F-78A768EA79A6}"/>
          </ac:spMkLst>
        </pc:spChg>
        <pc:spChg chg="add del">
          <ac:chgData name="Tim Böckel" userId="139bf3991ca47324" providerId="LiveId" clId="{ABE0A911-5BA5-4D41-B116-458700B76195}" dt="2021-06-05T08:55:04.283" v="2083" actId="26606"/>
          <ac:spMkLst>
            <pc:docMk/>
            <pc:sldMk cId="3884062741" sldId="262"/>
            <ac:spMk id="14" creationId="{55222F96-971A-4F90-B841-6BAB416C7AC1}"/>
          </ac:spMkLst>
        </pc:spChg>
        <pc:spChg chg="add del">
          <ac:chgData name="Tim Böckel" userId="139bf3991ca47324" providerId="LiveId" clId="{ABE0A911-5BA5-4D41-B116-458700B76195}" dt="2021-06-05T08:55:04.283" v="2083" actId="26606"/>
          <ac:spMkLst>
            <pc:docMk/>
            <pc:sldMk cId="3884062741" sldId="262"/>
            <ac:spMk id="16" creationId="{08980754-6F4B-43C9-B9BE-127B6BED6586}"/>
          </ac:spMkLst>
        </pc:spChg>
        <pc:spChg chg="add del">
          <ac:chgData name="Tim Böckel" userId="139bf3991ca47324" providerId="LiveId" clId="{ABE0A911-5BA5-4D41-B116-458700B76195}" dt="2021-06-05T08:55:04.283" v="2083" actId="26606"/>
          <ac:spMkLst>
            <pc:docMk/>
            <pc:sldMk cId="3884062741" sldId="262"/>
            <ac:spMk id="18" creationId="{2C1BBA94-3F40-40AA-8BB9-E69E25E537C1}"/>
          </ac:spMkLst>
        </pc:spChg>
        <pc:spChg chg="add del">
          <ac:chgData name="Tim Böckel" userId="139bf3991ca47324" providerId="LiveId" clId="{ABE0A911-5BA5-4D41-B116-458700B76195}" dt="2021-06-05T08:55:14.817" v="2085" actId="26606"/>
          <ac:spMkLst>
            <pc:docMk/>
            <pc:sldMk cId="3884062741" sldId="262"/>
            <ac:spMk id="20" creationId="{131BAD53-4E89-4F62-BBB7-26359763ED39}"/>
          </ac:spMkLst>
        </pc:spChg>
        <pc:spChg chg="add del">
          <ac:chgData name="Tim Böckel" userId="139bf3991ca47324" providerId="LiveId" clId="{ABE0A911-5BA5-4D41-B116-458700B76195}" dt="2021-06-05T08:55:14.817" v="2085" actId="26606"/>
          <ac:spMkLst>
            <pc:docMk/>
            <pc:sldMk cId="3884062741" sldId="262"/>
            <ac:spMk id="21" creationId="{62756DA2-40EB-4C6F-B962-5822FFB54FB6}"/>
          </ac:spMkLst>
        </pc:spChg>
        <pc:spChg chg="add">
          <ac:chgData name="Tim Böckel" userId="139bf3991ca47324" providerId="LiveId" clId="{ABE0A911-5BA5-4D41-B116-458700B76195}" dt="2021-06-05T08:55:14.820" v="2086" actId="26606"/>
          <ac:spMkLst>
            <pc:docMk/>
            <pc:sldMk cId="3884062741" sldId="262"/>
            <ac:spMk id="23" creationId="{22587ECF-85E9-4393-9D87-8EB6F3F6C208}"/>
          </ac:spMkLst>
        </pc:spChg>
        <pc:picChg chg="add mod">
          <ac:chgData name="Tim Böckel" userId="139bf3991ca47324" providerId="LiveId" clId="{ABE0A911-5BA5-4D41-B116-458700B76195}" dt="2021-06-05T08:55:17.529" v="2087" actId="14100"/>
          <ac:picMkLst>
            <pc:docMk/>
            <pc:sldMk cId="3884062741" sldId="262"/>
            <ac:picMk id="5" creationId="{B6040C19-5775-4FBD-9565-74EF57154401}"/>
          </ac:picMkLst>
        </pc:picChg>
      </pc:sldChg>
      <pc:sldChg chg="modSp new mod">
        <pc:chgData name="Tim Böckel" userId="139bf3991ca47324" providerId="LiveId" clId="{ABE0A911-5BA5-4D41-B116-458700B76195}" dt="2021-05-27T13:54:25.904" v="1630" actId="5793"/>
        <pc:sldMkLst>
          <pc:docMk/>
          <pc:sldMk cId="3297084981" sldId="263"/>
        </pc:sldMkLst>
        <pc:spChg chg="mod">
          <ac:chgData name="Tim Böckel" userId="139bf3991ca47324" providerId="LiveId" clId="{ABE0A911-5BA5-4D41-B116-458700B76195}" dt="2021-05-27T13:53:11.755" v="1394" actId="20577"/>
          <ac:spMkLst>
            <pc:docMk/>
            <pc:sldMk cId="3297084981" sldId="263"/>
            <ac:spMk id="2" creationId="{7604E352-3A07-4751-A9BF-C6AD3376B599}"/>
          </ac:spMkLst>
        </pc:spChg>
        <pc:spChg chg="mod">
          <ac:chgData name="Tim Böckel" userId="139bf3991ca47324" providerId="LiveId" clId="{ABE0A911-5BA5-4D41-B116-458700B76195}" dt="2021-05-27T13:54:25.904" v="1630" actId="5793"/>
          <ac:spMkLst>
            <pc:docMk/>
            <pc:sldMk cId="3297084981" sldId="263"/>
            <ac:spMk id="3" creationId="{002C0816-74F8-4874-87EE-C808D5CB40D1}"/>
          </ac:spMkLst>
        </pc:spChg>
      </pc:sldChg>
      <pc:sldChg chg="addSp delSp modSp new mod addCm">
        <pc:chgData name="Tim Böckel" userId="139bf3991ca47324" providerId="LiveId" clId="{ABE0A911-5BA5-4D41-B116-458700B76195}" dt="2021-06-05T08:55:41.356" v="2098" actId="1076"/>
        <pc:sldMkLst>
          <pc:docMk/>
          <pc:sldMk cId="1054796877" sldId="264"/>
        </pc:sldMkLst>
        <pc:spChg chg="mod">
          <ac:chgData name="Tim Böckel" userId="139bf3991ca47324" providerId="LiveId" clId="{ABE0A911-5BA5-4D41-B116-458700B76195}" dt="2021-06-03T13:52:57.828" v="1668" actId="122"/>
          <ac:spMkLst>
            <pc:docMk/>
            <pc:sldMk cId="1054796877" sldId="264"/>
            <ac:spMk id="2" creationId="{6879D8D2-07EF-416C-A247-81F1C89A4FAF}"/>
          </ac:spMkLst>
        </pc:spChg>
        <pc:spChg chg="del">
          <ac:chgData name="Tim Böckel" userId="139bf3991ca47324" providerId="LiveId" clId="{ABE0A911-5BA5-4D41-B116-458700B76195}" dt="2021-06-03T13:52:59.504" v="1669" actId="478"/>
          <ac:spMkLst>
            <pc:docMk/>
            <pc:sldMk cId="1054796877" sldId="264"/>
            <ac:spMk id="3" creationId="{DA572E6C-153B-4B7D-A1A7-C2F9A4480CA6}"/>
          </ac:spMkLst>
        </pc:spChg>
        <pc:spChg chg="add mod">
          <ac:chgData name="Tim Böckel" userId="139bf3991ca47324" providerId="LiveId" clId="{ABE0A911-5BA5-4D41-B116-458700B76195}" dt="2021-06-05T08:55:41.356" v="2098" actId="1076"/>
          <ac:spMkLst>
            <pc:docMk/>
            <pc:sldMk cId="1054796877" sldId="264"/>
            <ac:spMk id="4" creationId="{F2778520-16A5-442E-8B6F-13AB50F62432}"/>
          </ac:spMkLst>
        </pc:spChg>
        <pc:picChg chg="add mod">
          <ac:chgData name="Tim Böckel" userId="139bf3991ca47324" providerId="LiveId" clId="{ABE0A911-5BA5-4D41-B116-458700B76195}" dt="2021-06-03T13:54:17.657" v="1691" actId="1076"/>
          <ac:picMkLst>
            <pc:docMk/>
            <pc:sldMk cId="1054796877" sldId="264"/>
            <ac:picMk id="6" creationId="{DFBA434E-0D0C-492E-84F2-A7F34BA165A3}"/>
          </ac:picMkLst>
        </pc:picChg>
        <pc:picChg chg="add del">
          <ac:chgData name="Tim Böckel" userId="139bf3991ca47324" providerId="LiveId" clId="{ABE0A911-5BA5-4D41-B116-458700B76195}" dt="2021-06-03T13:54:37.478" v="1693" actId="22"/>
          <ac:picMkLst>
            <pc:docMk/>
            <pc:sldMk cId="1054796877" sldId="264"/>
            <ac:picMk id="8" creationId="{5C0D3306-9DBC-4A14-8B82-2C83EC1D2CFF}"/>
          </ac:picMkLst>
        </pc:picChg>
      </pc:sldChg>
      <pc:sldChg chg="addSp delSp modSp new mod">
        <pc:chgData name="Tim Böckel" userId="139bf3991ca47324" providerId="LiveId" clId="{ABE0A911-5BA5-4D41-B116-458700B76195}" dt="2021-06-05T08:55:46.863" v="2099"/>
        <pc:sldMkLst>
          <pc:docMk/>
          <pc:sldMk cId="979458214" sldId="265"/>
        </pc:sldMkLst>
        <pc:spChg chg="mod">
          <ac:chgData name="Tim Böckel" userId="139bf3991ca47324" providerId="LiveId" clId="{ABE0A911-5BA5-4D41-B116-458700B76195}" dt="2021-06-03T13:59:24.486" v="1739" actId="122"/>
          <ac:spMkLst>
            <pc:docMk/>
            <pc:sldMk cId="979458214" sldId="265"/>
            <ac:spMk id="2" creationId="{558E8795-993C-4B30-AC29-47D69707DE28}"/>
          </ac:spMkLst>
        </pc:spChg>
        <pc:spChg chg="del">
          <ac:chgData name="Tim Böckel" userId="139bf3991ca47324" providerId="LiveId" clId="{ABE0A911-5BA5-4D41-B116-458700B76195}" dt="2021-06-03T13:59:26.025" v="1740" actId="478"/>
          <ac:spMkLst>
            <pc:docMk/>
            <pc:sldMk cId="979458214" sldId="265"/>
            <ac:spMk id="3" creationId="{673A5FFB-AA1D-4A60-AF91-0F987DF5ABB8}"/>
          </ac:spMkLst>
        </pc:spChg>
        <pc:spChg chg="add mod">
          <ac:chgData name="Tim Böckel" userId="139bf3991ca47324" providerId="LiveId" clId="{ABE0A911-5BA5-4D41-B116-458700B76195}" dt="2021-06-05T08:55:46.863" v="2099"/>
          <ac:spMkLst>
            <pc:docMk/>
            <pc:sldMk cId="979458214" sldId="265"/>
            <ac:spMk id="4" creationId="{F20ECE82-4680-45C4-8768-DFC0CDF03884}"/>
          </ac:spMkLst>
        </pc:spChg>
        <pc:picChg chg="add mod">
          <ac:chgData name="Tim Böckel" userId="139bf3991ca47324" providerId="LiveId" clId="{ABE0A911-5BA5-4D41-B116-458700B76195}" dt="2021-06-03T14:00:09.117" v="1743" actId="1076"/>
          <ac:picMkLst>
            <pc:docMk/>
            <pc:sldMk cId="979458214" sldId="265"/>
            <ac:picMk id="5" creationId="{406F8EC9-3B1B-4E95-AB6B-BF3A21CCA041}"/>
          </ac:picMkLst>
        </pc:picChg>
      </pc:sldChg>
      <pc:sldChg chg="modSp new mod">
        <pc:chgData name="Tim Böckel" userId="139bf3991ca47324" providerId="LiveId" clId="{ABE0A911-5BA5-4D41-B116-458700B76195}" dt="2021-06-05T08:41:45.339" v="2015" actId="20577"/>
        <pc:sldMkLst>
          <pc:docMk/>
          <pc:sldMk cId="1415600349" sldId="266"/>
        </pc:sldMkLst>
        <pc:spChg chg="mod">
          <ac:chgData name="Tim Böckel" userId="139bf3991ca47324" providerId="LiveId" clId="{ABE0A911-5BA5-4D41-B116-458700B76195}" dt="2021-06-05T08:41:45.339" v="2015" actId="20577"/>
          <ac:spMkLst>
            <pc:docMk/>
            <pc:sldMk cId="1415600349" sldId="266"/>
            <ac:spMk id="2" creationId="{4E0C1A1D-0B32-4413-A987-5A56E474FFD0}"/>
          </ac:spMkLst>
        </pc:spChg>
        <pc:spChg chg="mod">
          <ac:chgData name="Tim Böckel" userId="139bf3991ca47324" providerId="LiveId" clId="{ABE0A911-5BA5-4D41-B116-458700B76195}" dt="2021-06-03T14:00:49.425" v="1797" actId="5793"/>
          <ac:spMkLst>
            <pc:docMk/>
            <pc:sldMk cId="1415600349" sldId="266"/>
            <ac:spMk id="3" creationId="{B6F78F79-6D97-4796-86E5-DA5B9B04947D}"/>
          </ac:spMkLst>
        </pc:spChg>
      </pc:sldChg>
      <pc:sldChg chg="addSp delSp modSp new mod ord setBg addCm delCm">
        <pc:chgData name="Tim Böckel" userId="139bf3991ca47324" providerId="LiveId" clId="{ABE0A911-5BA5-4D41-B116-458700B76195}" dt="2021-06-05T08:42:58.059" v="2034" actId="1076"/>
        <pc:sldMkLst>
          <pc:docMk/>
          <pc:sldMk cId="4153221817" sldId="267"/>
        </pc:sldMkLst>
        <pc:spChg chg="mod">
          <ac:chgData name="Tim Böckel" userId="139bf3991ca47324" providerId="LiveId" clId="{ABE0A911-5BA5-4D41-B116-458700B76195}" dt="2021-06-05T08:42:58.059" v="2034" actId="1076"/>
          <ac:spMkLst>
            <pc:docMk/>
            <pc:sldMk cId="4153221817" sldId="267"/>
            <ac:spMk id="2" creationId="{72B91607-EDD2-4B4C-872C-E119B0F85B47}"/>
          </ac:spMkLst>
        </pc:spChg>
        <pc:spChg chg="del mod">
          <ac:chgData name="Tim Böckel" userId="139bf3991ca47324" providerId="LiveId" clId="{ABE0A911-5BA5-4D41-B116-458700B76195}" dt="2021-06-05T08:33:04.526" v="1935" actId="478"/>
          <ac:spMkLst>
            <pc:docMk/>
            <pc:sldMk cId="4153221817" sldId="267"/>
            <ac:spMk id="3" creationId="{712F52BB-A7B2-4D1C-8F08-3EBCFEC0EBF9}"/>
          </ac:spMkLst>
        </pc:spChg>
        <pc:spChg chg="add del mod ord">
          <ac:chgData name="Tim Böckel" userId="139bf3991ca47324" providerId="LiveId" clId="{ABE0A911-5BA5-4D41-B116-458700B76195}" dt="2021-06-05T08:37:57.501" v="1989"/>
          <ac:spMkLst>
            <pc:docMk/>
            <pc:sldMk cId="4153221817" sldId="267"/>
            <ac:spMk id="6" creationId="{D5EBFD6D-01F9-4D05-8D9C-E9837CF64423}"/>
          </ac:spMkLst>
        </pc:spChg>
        <pc:spChg chg="add mod ord">
          <ac:chgData name="Tim Böckel" userId="139bf3991ca47324" providerId="LiveId" clId="{ABE0A911-5BA5-4D41-B116-458700B76195}" dt="2021-06-05T08:42:53.501" v="2033" actId="790"/>
          <ac:spMkLst>
            <pc:docMk/>
            <pc:sldMk cId="4153221817" sldId="267"/>
            <ac:spMk id="9" creationId="{245E1114-0D50-4F21-9E82-2A8FEE02D909}"/>
          </ac:spMkLst>
        </pc:spChg>
        <pc:spChg chg="add del">
          <ac:chgData name="Tim Böckel" userId="139bf3991ca47324" providerId="LiveId" clId="{ABE0A911-5BA5-4D41-B116-458700B76195}" dt="2021-06-05T08:42:06.931" v="2016" actId="26606"/>
          <ac:spMkLst>
            <pc:docMk/>
            <pc:sldMk cId="4153221817" sldId="267"/>
            <ac:spMk id="10" creationId="{665DBBEF-238B-476B-96AB-8AAC3224ECEA}"/>
          </ac:spMkLst>
        </pc:spChg>
        <pc:spChg chg="add del">
          <ac:chgData name="Tim Böckel" userId="139bf3991ca47324" providerId="LiveId" clId="{ABE0A911-5BA5-4D41-B116-458700B76195}" dt="2021-06-05T08:42:06.931" v="2016" actId="26606"/>
          <ac:spMkLst>
            <pc:docMk/>
            <pc:sldMk cId="4153221817" sldId="267"/>
            <ac:spMk id="11" creationId="{3FCFB1DE-0B7E-48CC-BA90-B2AB0889F9D6}"/>
          </ac:spMkLst>
        </pc:spChg>
        <pc:spChg chg="add del">
          <ac:chgData name="Tim Böckel" userId="139bf3991ca47324" providerId="LiveId" clId="{ABE0A911-5BA5-4D41-B116-458700B76195}" dt="2021-06-05T08:37:11.893" v="1979" actId="26606"/>
          <ac:spMkLst>
            <pc:docMk/>
            <pc:sldMk cId="4153221817" sldId="267"/>
            <ac:spMk id="13" creationId="{2B97F24A-32CE-4C1C-A50D-3016B394DCFB}"/>
          </ac:spMkLst>
        </pc:spChg>
        <pc:spChg chg="add">
          <ac:chgData name="Tim Böckel" userId="139bf3991ca47324" providerId="LiveId" clId="{ABE0A911-5BA5-4D41-B116-458700B76195}" dt="2021-06-05T08:42:06.931" v="2016" actId="26606"/>
          <ac:spMkLst>
            <pc:docMk/>
            <pc:sldMk cId="4153221817" sldId="267"/>
            <ac:spMk id="14" creationId="{72F84B47-E267-4194-8194-831DB7B5547F}"/>
          </ac:spMkLst>
        </pc:spChg>
        <pc:spChg chg="add del">
          <ac:chgData name="Tim Böckel" userId="139bf3991ca47324" providerId="LiveId" clId="{ABE0A911-5BA5-4D41-B116-458700B76195}" dt="2021-06-05T08:37:11.893" v="1979" actId="26606"/>
          <ac:spMkLst>
            <pc:docMk/>
            <pc:sldMk cId="4153221817" sldId="267"/>
            <ac:spMk id="15" creationId="{CD8B4F24-440B-49E9-B85D-733523DC064B}"/>
          </ac:spMkLst>
        </pc:spChg>
        <pc:spChg chg="add">
          <ac:chgData name="Tim Böckel" userId="139bf3991ca47324" providerId="LiveId" clId="{ABE0A911-5BA5-4D41-B116-458700B76195}" dt="2021-06-05T08:42:06.931" v="2016" actId="26606"/>
          <ac:spMkLst>
            <pc:docMk/>
            <pc:sldMk cId="4153221817" sldId="267"/>
            <ac:spMk id="16"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7"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8" creationId="{72F84B47-E267-4194-8194-831DB7B5547F}"/>
          </ac:spMkLst>
        </pc:spChg>
        <pc:picChg chg="add del mod">
          <ac:chgData name="Tim Böckel" userId="139bf3991ca47324" providerId="LiveId" clId="{ABE0A911-5BA5-4D41-B116-458700B76195}" dt="2021-06-05T08:36:10.807" v="1968" actId="478"/>
          <ac:picMkLst>
            <pc:docMk/>
            <pc:sldMk cId="4153221817" sldId="267"/>
            <ac:picMk id="5" creationId="{99869656-0F04-4671-9A5D-67D3D490A990}"/>
          </ac:picMkLst>
        </pc:picChg>
        <pc:picChg chg="add mod ord">
          <ac:chgData name="Tim Böckel" userId="139bf3991ca47324" providerId="LiveId" clId="{ABE0A911-5BA5-4D41-B116-458700B76195}" dt="2021-06-05T08:42:06.931" v="2016" actId="26606"/>
          <ac:picMkLst>
            <pc:docMk/>
            <pc:sldMk cId="4153221817" sldId="267"/>
            <ac:picMk id="8" creationId="{71345C35-956C-44B6-93CE-A7F14FA6BDB7}"/>
          </ac:picMkLst>
        </pc:pic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21-06-05T10:46:21.510" idx="6">
    <p:pos x="7680" y="0"/>
    <p:text/>
    <p:extLst>
      <p:ext uri="{C676402C-5697-4E1C-873F-D02D1690AC5C}">
        <p15:threadingInfo xmlns:p15="http://schemas.microsoft.com/office/powerpoint/2012/main" timeZoneBias="-12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1-06-05T10:34:05.596" idx="5">
    <p:pos x="10" y="10"/>
    <p:text/>
    <p:extLst>
      <p:ext uri="{C676402C-5697-4E1C-873F-D02D1690AC5C}">
        <p15:threadingInfo xmlns:p15="http://schemas.microsoft.com/office/powerpoint/2012/main" timeZoneBias="-12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1-06-05T10:55:24.717" idx="7">
    <p:pos x="10" y="10"/>
    <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1-06-03T15:53:08.607" idx="4">
    <p:pos x="10" y="10"/>
    <p:text/>
    <p:extLst>
      <p:ext uri="{C676402C-5697-4E1C-873F-D02D1690AC5C}">
        <p15:threadingInfo xmlns:p15="http://schemas.microsoft.com/office/powerpoint/2012/main" timeZoneBias="-12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2F76F7-C034-4697-B278-6F74D2DBBFE9}" type="datetimeFigureOut">
              <a:rPr lang="de-DE" smtClean="0"/>
              <a:t>05.06.2021</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A3480-48A5-4E91-9E2F-9BA3DD398807}" type="slidenum">
              <a:rPr lang="de-DE" smtClean="0"/>
              <a:t>‹Nr.›</a:t>
            </a:fld>
            <a:endParaRPr lang="de-DE"/>
          </a:p>
        </p:txBody>
      </p:sp>
    </p:spTree>
    <p:extLst>
      <p:ext uri="{BB962C8B-B14F-4D97-AF65-F5344CB8AC3E}">
        <p14:creationId xmlns:p14="http://schemas.microsoft.com/office/powerpoint/2010/main" val="51883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EF576F-1325-4687-BE49-C688D7777845}"/>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40E492D0-BE84-4852-A711-C625FF4E5B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BD83BEB6-0104-496C-97F0-1FB01E31C90F}"/>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5" name="Fußzeilenplatzhalter 4">
            <a:extLst>
              <a:ext uri="{FF2B5EF4-FFF2-40B4-BE49-F238E27FC236}">
                <a16:creationId xmlns:a16="http://schemas.microsoft.com/office/drawing/2014/main" id="{B5627F26-94F9-4282-B367-A2F98FFADC89}"/>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EDED3DB-9AAD-4319-90B8-D0B0EC7D5B7F}"/>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91456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3646D-4587-4C26-B998-B0B87E8BE476}"/>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64023765-7080-4E00-8020-4903D08CEE7C}"/>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48018BA-06DF-406C-B486-F4A701082479}"/>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5" name="Fußzeilenplatzhalter 4">
            <a:extLst>
              <a:ext uri="{FF2B5EF4-FFF2-40B4-BE49-F238E27FC236}">
                <a16:creationId xmlns:a16="http://schemas.microsoft.com/office/drawing/2014/main" id="{5AD15D08-720C-4884-A954-F5DE7DD84D0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2D01813-7E57-4EA9-ABDC-0F1CB15189FE}"/>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887706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BF8DC9-D8C8-4AAE-8547-4741330B655B}"/>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59328222-7CB8-4A21-A196-A8E64C33A4D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87CC211-7D72-43FC-8CE1-2888EC8E2D3F}"/>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5" name="Fußzeilenplatzhalter 4">
            <a:extLst>
              <a:ext uri="{FF2B5EF4-FFF2-40B4-BE49-F238E27FC236}">
                <a16:creationId xmlns:a16="http://schemas.microsoft.com/office/drawing/2014/main" id="{1EF7FD1F-71FC-4359-8D34-7020DB5951D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FA12901-BC28-42B1-8E04-6A647030DDE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4180722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181C51-BC88-4C7A-812A-24725552E04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45452F-2BA6-4BA3-A34D-745AF3B713B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6104EF3-D6A4-4984-A508-D3FAD32B26DE}"/>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098D4316-7D67-4E1F-A126-07F5F02E967B}"/>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6" name="Fußzeilenplatzhalter 5">
            <a:extLst>
              <a:ext uri="{FF2B5EF4-FFF2-40B4-BE49-F238E27FC236}">
                <a16:creationId xmlns:a16="http://schemas.microsoft.com/office/drawing/2014/main" id="{24A1B68B-EE0B-47AD-8F8A-00E7806F0579}"/>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824AA98-C049-4362-A9A0-F476345982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441990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FEAC1D-8860-4556-9E9F-16C64C6B4CB2}"/>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8CDC8AA-D9B1-44FA-9A43-944513FBA5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01CBFE90-243A-4349-854B-654EE720C38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7BBFE4CF-96A6-4FC3-951C-7827E042AA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E08C4A65-1C59-4E79-B1CC-9D3AADB0BAD1}"/>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335B41B0-79CF-488D-9846-B02C53F13576}"/>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8" name="Fußzeilenplatzhalter 7">
            <a:extLst>
              <a:ext uri="{FF2B5EF4-FFF2-40B4-BE49-F238E27FC236}">
                <a16:creationId xmlns:a16="http://schemas.microsoft.com/office/drawing/2014/main" id="{69961BDE-3E32-4151-8C2A-51F339FD6927}"/>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AF507B42-092A-4A99-8D8F-65F223F17F51}"/>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808650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060067-4E7E-4AED-A08A-6D6AB3242172}"/>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95E6AFB9-008B-4D29-8C69-2674A75F5F54}"/>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4" name="Fußzeilenplatzhalter 3">
            <a:extLst>
              <a:ext uri="{FF2B5EF4-FFF2-40B4-BE49-F238E27FC236}">
                <a16:creationId xmlns:a16="http://schemas.microsoft.com/office/drawing/2014/main" id="{047398D8-BF6E-43DB-8A91-EE79F980353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BB88119C-0D0A-4C07-9441-367B56FCC84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567068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30CDB713-D077-4CC8-8397-0C0AF4BB88F0}"/>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3" name="Fußzeilenplatzhalter 2">
            <a:extLst>
              <a:ext uri="{FF2B5EF4-FFF2-40B4-BE49-F238E27FC236}">
                <a16:creationId xmlns:a16="http://schemas.microsoft.com/office/drawing/2014/main" id="{D56EEC7F-4381-4BE3-8286-996D1A7B9FC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4A8004A4-6381-44E6-A7D1-635EB2024B09}"/>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956653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688797-061F-48C0-B28C-9F420D5FA1F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D5F15F49-8559-4185-87C4-FCDA7272D1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E29DB8F5-4A07-4F9B-AAEE-DB7C5CAF8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45FF34F0-BA92-4857-8078-49CE1AEB5203}"/>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6" name="Fußzeilenplatzhalter 5">
            <a:extLst>
              <a:ext uri="{FF2B5EF4-FFF2-40B4-BE49-F238E27FC236}">
                <a16:creationId xmlns:a16="http://schemas.microsoft.com/office/drawing/2014/main" id="{CEE7D031-57AA-41D8-9E9C-746CAA62BEE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FD40B73-0BB8-4E25-A931-2188E8E893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08704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9AE27CA-F89F-4718-B1F4-8ED1C28AD31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7D60E22C-BA55-44CD-BABC-ED762268FE1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F4E2BB3A-D887-4617-A6F2-B0CDF61867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AD2AF5BA-FCD6-4E46-91DA-B001D3D18837}"/>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6" name="Fußzeilenplatzhalter 5">
            <a:extLst>
              <a:ext uri="{FF2B5EF4-FFF2-40B4-BE49-F238E27FC236}">
                <a16:creationId xmlns:a16="http://schemas.microsoft.com/office/drawing/2014/main" id="{CDF7DD22-93A9-46E5-AC4C-F2B3E1A3DAF6}"/>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C0875571-75E3-49DB-930A-C1FA9F1F00A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518812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63B556-3C37-4156-876E-F686073D2AF4}"/>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08E4ABF-15A4-4A48-8305-00171BA74AC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C448675-9A85-430B-87CA-3591D9F80B54}"/>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5" name="Fußzeilenplatzhalter 4">
            <a:extLst>
              <a:ext uri="{FF2B5EF4-FFF2-40B4-BE49-F238E27FC236}">
                <a16:creationId xmlns:a16="http://schemas.microsoft.com/office/drawing/2014/main" id="{E2E1D29B-C6B9-4A76-8D91-F9700F7F60E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E2D050F-DD06-4F67-B38C-5D63CB14F9F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299783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B20B31FA-A5A4-493A-8DC8-B193CB8CFB0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756FC12D-E28F-4183-9BCE-ADFC20072DBC}"/>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B5CCBC7-28C8-487E-BA7B-EB13004D5976}"/>
              </a:ext>
            </a:extLst>
          </p:cNvPr>
          <p:cNvSpPr>
            <a:spLocks noGrp="1"/>
          </p:cNvSpPr>
          <p:nvPr>
            <p:ph type="dt" sz="half" idx="10"/>
          </p:nvPr>
        </p:nvSpPr>
        <p:spPr/>
        <p:txBody>
          <a:bodyPr/>
          <a:lstStyle/>
          <a:p>
            <a:fld id="{F1D70348-9B4E-43DC-96B8-04F1ED432CA8}" type="datetimeFigureOut">
              <a:rPr lang="de-DE" smtClean="0"/>
              <a:t>05.06.2021</a:t>
            </a:fld>
            <a:endParaRPr lang="de-DE"/>
          </a:p>
        </p:txBody>
      </p:sp>
      <p:sp>
        <p:nvSpPr>
          <p:cNvPr id="5" name="Fußzeilenplatzhalter 4">
            <a:extLst>
              <a:ext uri="{FF2B5EF4-FFF2-40B4-BE49-F238E27FC236}">
                <a16:creationId xmlns:a16="http://schemas.microsoft.com/office/drawing/2014/main" id="{DAEE15F2-CB29-44A5-95C4-392C9791CA7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875128B-D6BE-40F9-A718-7075FEE025E4}"/>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306680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C1ED44DA-AF92-41C9-85A1-139E97889E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9E670303-FB68-47EA-8B2E-A67AF2BAEA0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97A2939-19F9-4724-94F2-A456560E4C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1D70348-9B4E-43DC-96B8-04F1ED432CA8}" type="datetimeFigureOut">
              <a:rPr lang="de-DE" smtClean="0"/>
              <a:t>05.06.2021</a:t>
            </a:fld>
            <a:endParaRPr lang="de-DE"/>
          </a:p>
        </p:txBody>
      </p:sp>
      <p:sp>
        <p:nvSpPr>
          <p:cNvPr id="5" name="Fußzeilenplatzhalter 4">
            <a:extLst>
              <a:ext uri="{FF2B5EF4-FFF2-40B4-BE49-F238E27FC236}">
                <a16:creationId xmlns:a16="http://schemas.microsoft.com/office/drawing/2014/main" id="{DE3B6E30-0813-4E81-8C1A-1F2077ED15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BE5C5BCD-A34D-465D-9704-3C68DD2F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8080B1-9218-45CE-BE7E-F8224E1D2069}" type="slidenum">
              <a:rPr lang="de-DE" smtClean="0"/>
              <a:t>‹Nr.›</a:t>
            </a:fld>
            <a:endParaRPr lang="de-DE"/>
          </a:p>
        </p:txBody>
      </p:sp>
    </p:spTree>
    <p:extLst>
      <p:ext uri="{BB962C8B-B14F-4D97-AF65-F5344CB8AC3E}">
        <p14:creationId xmlns:p14="http://schemas.microsoft.com/office/powerpoint/2010/main" val="30311077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18">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rafik 4">
            <a:extLst>
              <a:ext uri="{FF2B5EF4-FFF2-40B4-BE49-F238E27FC236}">
                <a16:creationId xmlns:a16="http://schemas.microsoft.com/office/drawing/2014/main" id="{5593695E-FAA8-49B8-A2CB-C3FEF5AA81D5}"/>
              </a:ext>
            </a:extLst>
          </p:cNvPr>
          <p:cNvPicPr>
            <a:picLocks noChangeAspect="1"/>
          </p:cNvPicPr>
          <p:nvPr/>
        </p:nvPicPr>
        <p:blipFill rotWithShape="1">
          <a:blip r:embed="rId2">
            <a:extLst>
              <a:ext uri="{28A0092B-C50C-407E-A947-70E740481C1C}">
                <a14:useLocalDpi xmlns:a14="http://schemas.microsoft.com/office/drawing/2010/main" val="0"/>
              </a:ext>
            </a:extLst>
          </a:blip>
          <a:srcRect l="9397" r="10234"/>
          <a:stretch/>
        </p:blipFill>
        <p:spPr>
          <a:xfrm>
            <a:off x="2522358" y="10"/>
            <a:ext cx="9669642" cy="6857990"/>
          </a:xfrm>
          <a:prstGeom prst="rect">
            <a:avLst/>
          </a:prstGeom>
        </p:spPr>
      </p:pic>
      <p:sp>
        <p:nvSpPr>
          <p:cNvPr id="39" name="Rectangle 20">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EE25B563-104F-48A5-BBE7-A4FED326DA29}"/>
              </a:ext>
            </a:extLst>
          </p:cNvPr>
          <p:cNvSpPr>
            <a:spLocks noGrp="1"/>
          </p:cNvSpPr>
          <p:nvPr>
            <p:ph type="ctrTitle"/>
          </p:nvPr>
        </p:nvSpPr>
        <p:spPr>
          <a:xfrm>
            <a:off x="717336" y="626001"/>
            <a:ext cx="3973385" cy="1907474"/>
          </a:xfrm>
          <a:noFill/>
        </p:spPr>
        <p:txBody>
          <a:bodyPr>
            <a:normAutofit/>
          </a:bodyPr>
          <a:lstStyle/>
          <a:p>
            <a:pPr algn="l"/>
            <a:r>
              <a:rPr lang="de-DE" sz="5200" dirty="0"/>
              <a:t>Customer Journey Maps</a:t>
            </a:r>
          </a:p>
        </p:txBody>
      </p:sp>
      <p:sp>
        <p:nvSpPr>
          <p:cNvPr id="3" name="Untertitel 2">
            <a:extLst>
              <a:ext uri="{FF2B5EF4-FFF2-40B4-BE49-F238E27FC236}">
                <a16:creationId xmlns:a16="http://schemas.microsoft.com/office/drawing/2014/main" id="{7ABAC26B-C6B4-48DA-A2D9-1412FCD8B72B}"/>
              </a:ext>
            </a:extLst>
          </p:cNvPr>
          <p:cNvSpPr>
            <a:spLocks noGrp="1"/>
          </p:cNvSpPr>
          <p:nvPr>
            <p:ph type="subTitle" idx="1"/>
          </p:nvPr>
        </p:nvSpPr>
        <p:spPr>
          <a:xfrm>
            <a:off x="426608" y="3394358"/>
            <a:ext cx="4690676" cy="3004747"/>
          </a:xfrm>
          <a:noFill/>
        </p:spPr>
        <p:txBody>
          <a:bodyPr>
            <a:noAutofit/>
          </a:bodyPr>
          <a:lstStyle/>
          <a:p>
            <a:pPr algn="l"/>
            <a:r>
              <a:rPr lang="de-DE" sz="1800" b="0" i="0" u="none" strike="noStrike" baseline="0" dirty="0"/>
              <a:t>Die Customer Journey </a:t>
            </a:r>
            <a:r>
              <a:rPr lang="de-DE" sz="1800" b="0" i="0" u="none" strike="noStrike" baseline="0" dirty="0" err="1"/>
              <a:t>Map</a:t>
            </a:r>
            <a:r>
              <a:rPr lang="de-DE" sz="1800" b="0" i="0" u="none" strike="noStrike" baseline="0" dirty="0"/>
              <a:t> (CJM) visuelle Darstellung der User Journey und der Erfahrung bei der Nutzung eines Dienstes oder Bereichs.</a:t>
            </a:r>
          </a:p>
          <a:p>
            <a:pPr algn="l"/>
            <a:r>
              <a:rPr lang="de-DE" sz="1800" b="0" i="0" u="none" strike="noStrike" baseline="0" dirty="0"/>
              <a:t>Die CJM visualisiert die User Journey von Anfang bis Ende einer Aufgabe, um die verschiedenen Phasen, Schritte und Touchpoints, die ein Benutzer durchlaufen muss, um eine Aufgabe zu erledigen, hervorzuheben und zu verstehen.</a:t>
            </a:r>
            <a:endParaRPr lang="de-DE" sz="1800" dirty="0"/>
          </a:p>
        </p:txBody>
      </p:sp>
      <p:sp>
        <p:nvSpPr>
          <p:cNvPr id="6" name="Textfeld 5">
            <a:extLst>
              <a:ext uri="{FF2B5EF4-FFF2-40B4-BE49-F238E27FC236}">
                <a16:creationId xmlns:a16="http://schemas.microsoft.com/office/drawing/2014/main" id="{6EF0713A-87F1-4C81-8331-DD272A13DC97}"/>
              </a:ext>
            </a:extLst>
          </p:cNvPr>
          <p:cNvSpPr txBox="1"/>
          <p:nvPr/>
        </p:nvSpPr>
        <p:spPr>
          <a:xfrm>
            <a:off x="855677" y="6157519"/>
            <a:ext cx="7066978" cy="646331"/>
          </a:xfrm>
          <a:prstGeom prst="rect">
            <a:avLst/>
          </a:prstGeom>
          <a:noFill/>
        </p:spPr>
        <p:txBody>
          <a:bodyPr wrap="square" rtlCol="0">
            <a:spAutoFit/>
          </a:bodyPr>
          <a:lstStyle/>
          <a:p>
            <a:r>
              <a:rPr lang="de-DE" dirty="0"/>
              <a:t>Bild: https://www.digitalradar-muensterland.de/eine-customer-journey-map-erstellen/</a:t>
            </a:r>
          </a:p>
        </p:txBody>
      </p:sp>
    </p:spTree>
    <p:extLst>
      <p:ext uri="{BB962C8B-B14F-4D97-AF65-F5344CB8AC3E}">
        <p14:creationId xmlns:p14="http://schemas.microsoft.com/office/powerpoint/2010/main" val="180445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2B91607-EDD2-4B4C-872C-E119B0F85B47}"/>
              </a:ext>
            </a:extLst>
          </p:cNvPr>
          <p:cNvSpPr>
            <a:spLocks noGrp="1"/>
          </p:cNvSpPr>
          <p:nvPr>
            <p:ph type="ctrTitle"/>
          </p:nvPr>
        </p:nvSpPr>
        <p:spPr>
          <a:xfrm>
            <a:off x="590206" y="1669500"/>
            <a:ext cx="3505495" cy="1622321"/>
          </a:xfrm>
        </p:spPr>
        <p:txBody>
          <a:bodyPr vert="horz" lIns="91440" tIns="45720" rIns="91440" bIns="45720" rtlCol="0" anchor="ctr">
            <a:normAutofit/>
          </a:bodyPr>
          <a:lstStyle/>
          <a:p>
            <a:pPr algn="l"/>
            <a:r>
              <a:rPr lang="en-US" sz="3700" kern="1200" dirty="0" err="1">
                <a:solidFill>
                  <a:schemeClr val="tx1"/>
                </a:solidFill>
                <a:latin typeface="+mj-lt"/>
                <a:ea typeface="+mj-ea"/>
                <a:cs typeface="+mj-cs"/>
              </a:rPr>
              <a:t>Warum</a:t>
            </a:r>
            <a:r>
              <a:rPr lang="en-US" sz="3700" kern="1200" dirty="0">
                <a:solidFill>
                  <a:schemeClr val="tx1"/>
                </a:solidFill>
                <a:latin typeface="+mj-lt"/>
                <a:ea typeface="+mj-ea"/>
                <a:cs typeface="+mj-cs"/>
              </a:rPr>
              <a:t> Customer Journey Maps</a:t>
            </a:r>
          </a:p>
        </p:txBody>
      </p:sp>
      <p:sp>
        <p:nvSpPr>
          <p:cNvPr id="16" name="Rectangle 15">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feld 8">
            <a:extLst>
              <a:ext uri="{FF2B5EF4-FFF2-40B4-BE49-F238E27FC236}">
                <a16:creationId xmlns:a16="http://schemas.microsoft.com/office/drawing/2014/main" id="{245E1114-0D50-4F21-9E82-2A8FEE02D909}"/>
              </a:ext>
            </a:extLst>
          </p:cNvPr>
          <p:cNvSpPr txBox="1"/>
          <p:nvPr/>
        </p:nvSpPr>
        <p:spPr>
          <a:xfrm>
            <a:off x="5235777" y="6400800"/>
            <a:ext cx="6357807" cy="3774234"/>
          </a:xfrm>
          <a:prstGeom prst="rect">
            <a:avLst/>
          </a:prstGeom>
        </p:spPr>
        <p:txBody>
          <a:bodyPr vert="horz" lIns="91440" tIns="45720" rIns="91440" bIns="45720" rtlCol="0">
            <a:normAutofit/>
          </a:bodyPr>
          <a:lstStyle/>
          <a:p>
            <a:pPr>
              <a:lnSpc>
                <a:spcPct val="90000"/>
              </a:lnSpc>
              <a:spcAft>
                <a:spcPts val="600"/>
              </a:spcAft>
            </a:pPr>
            <a:r>
              <a:rPr lang="de-DE" sz="900" b="0" i="0" dirty="0">
                <a:effectLst/>
              </a:rPr>
              <a:t>Aus: Institut der deutschen Wirtschaft: Datenwirtschaft in Deutschland - Wo stehen die Unternehmen in der Datennutzung und was sind ihre größten Hemmnisse? 2021</a:t>
            </a:r>
            <a:endParaRPr lang="de-DE" sz="900" dirty="0"/>
          </a:p>
          <a:p>
            <a:pPr indent="-228600">
              <a:lnSpc>
                <a:spcPct val="90000"/>
              </a:lnSpc>
              <a:spcAft>
                <a:spcPts val="600"/>
              </a:spcAft>
              <a:buFont typeface="Arial" panose="020B0604020202020204" pitchFamily="34" charset="0"/>
              <a:buChar char="•"/>
            </a:pPr>
            <a:endParaRPr lang="en-US" sz="2000" dirty="0"/>
          </a:p>
        </p:txBody>
      </p:sp>
      <p:sp>
        <p:nvSpPr>
          <p:cNvPr id="14"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fik 7">
            <a:extLst>
              <a:ext uri="{FF2B5EF4-FFF2-40B4-BE49-F238E27FC236}">
                <a16:creationId xmlns:a16="http://schemas.microsoft.com/office/drawing/2014/main" id="{71345C35-956C-44B6-93CE-A7F14FA6BD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5862" y="1049741"/>
            <a:ext cx="6019331" cy="4755271"/>
          </a:xfrm>
          <a:prstGeom prst="rect">
            <a:avLst/>
          </a:prstGeom>
          <a:effectLst/>
        </p:spPr>
      </p:pic>
    </p:spTree>
    <p:extLst>
      <p:ext uri="{BB962C8B-B14F-4D97-AF65-F5344CB8AC3E}">
        <p14:creationId xmlns:p14="http://schemas.microsoft.com/office/powerpoint/2010/main" val="4153221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785D4A5-B972-43CC-BD41-52A866229F36}"/>
              </a:ext>
            </a:extLst>
          </p:cNvPr>
          <p:cNvSpPr>
            <a:spLocks noGrp="1"/>
          </p:cNvSpPr>
          <p:nvPr>
            <p:ph type="title"/>
          </p:nvPr>
        </p:nvSpPr>
        <p:spPr>
          <a:xfrm>
            <a:off x="838199" y="537883"/>
            <a:ext cx="4783697" cy="1942810"/>
          </a:xfrm>
        </p:spPr>
        <p:txBody>
          <a:bodyPr anchor="b">
            <a:normAutofit/>
          </a:bodyPr>
          <a:lstStyle/>
          <a:p>
            <a:r>
              <a:rPr lang="de-DE" sz="4000"/>
              <a:t>Ziel einer Customer Journey Map</a:t>
            </a:r>
          </a:p>
        </p:txBody>
      </p:sp>
      <p:sp>
        <p:nvSpPr>
          <p:cNvPr id="3" name="Inhaltsplatzhalter 2">
            <a:extLst>
              <a:ext uri="{FF2B5EF4-FFF2-40B4-BE49-F238E27FC236}">
                <a16:creationId xmlns:a16="http://schemas.microsoft.com/office/drawing/2014/main" id="{6610B3B9-FEB1-4A6D-A35C-2BBE1077D41E}"/>
              </a:ext>
            </a:extLst>
          </p:cNvPr>
          <p:cNvSpPr>
            <a:spLocks noGrp="1"/>
          </p:cNvSpPr>
          <p:nvPr>
            <p:ph idx="1"/>
          </p:nvPr>
        </p:nvSpPr>
        <p:spPr>
          <a:xfrm>
            <a:off x="838199" y="2686323"/>
            <a:ext cx="4783697" cy="3433583"/>
          </a:xfrm>
        </p:spPr>
        <p:txBody>
          <a:bodyPr>
            <a:normAutofit/>
          </a:bodyPr>
          <a:lstStyle/>
          <a:p>
            <a:pPr marL="0" indent="0">
              <a:buNone/>
            </a:pPr>
            <a:endParaRPr lang="de-DE" sz="1700"/>
          </a:p>
          <a:p>
            <a:r>
              <a:rPr lang="de-DE" sz="1700"/>
              <a:t>Analyse welche Berührungspunkte mit dem Produkt besonders ausschlaggebend für den Kauf waren </a:t>
            </a:r>
          </a:p>
          <a:p>
            <a:endParaRPr lang="de-DE" sz="1700"/>
          </a:p>
          <a:p>
            <a:r>
              <a:rPr lang="de-DE" sz="1700"/>
              <a:t>Möglichkeit die Wirkung verschiedener Kanäle aufeinander zu observieren </a:t>
            </a:r>
          </a:p>
          <a:p>
            <a:endParaRPr lang="de-DE" sz="1700"/>
          </a:p>
          <a:p>
            <a:r>
              <a:rPr lang="de-DE" sz="1700"/>
              <a:t>Gewinnung von Erkenntnissen über das Verhalten und die Präferenzen der Zielgruppe bezüglich der Nutzung und Reaktionen auf Werbung gewonnen</a:t>
            </a:r>
          </a:p>
        </p:txBody>
      </p:sp>
      <p:pic>
        <p:nvPicPr>
          <p:cNvPr id="5" name="Grafik 4" descr="Ein Bild, das Pfeil enthält.&#10;&#10;Automatisch generierte Beschreibung">
            <a:extLst>
              <a:ext uri="{FF2B5EF4-FFF2-40B4-BE49-F238E27FC236}">
                <a16:creationId xmlns:a16="http://schemas.microsoft.com/office/drawing/2014/main" id="{B6040C19-5775-4FBD-9565-74EF571544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2211106"/>
            <a:ext cx="5706413" cy="2377671"/>
          </a:xfrm>
          <a:prstGeom prst="rect">
            <a:avLst/>
          </a:prstGeom>
        </p:spPr>
      </p:pic>
      <p:sp>
        <p:nvSpPr>
          <p:cNvPr id="6" name="Textfeld 5">
            <a:extLst>
              <a:ext uri="{FF2B5EF4-FFF2-40B4-BE49-F238E27FC236}">
                <a16:creationId xmlns:a16="http://schemas.microsoft.com/office/drawing/2014/main" id="{60506E7C-0D8A-4387-88CB-5F161EBC6FAF}"/>
              </a:ext>
            </a:extLst>
          </p:cNvPr>
          <p:cNvSpPr txBox="1"/>
          <p:nvPr/>
        </p:nvSpPr>
        <p:spPr>
          <a:xfrm>
            <a:off x="6096000" y="4907560"/>
            <a:ext cx="5354972" cy="646331"/>
          </a:xfrm>
          <a:prstGeom prst="rect">
            <a:avLst/>
          </a:prstGeom>
          <a:noFill/>
        </p:spPr>
        <p:txBody>
          <a:bodyPr wrap="square" rtlCol="0">
            <a:spAutoFit/>
          </a:bodyPr>
          <a:lstStyle/>
          <a:p>
            <a:r>
              <a:rPr lang="de-DE" dirty="0"/>
              <a:t>Bild: https://miro.com/guides/customer-journey-mapping/</a:t>
            </a:r>
          </a:p>
        </p:txBody>
      </p:sp>
    </p:spTree>
    <p:extLst>
      <p:ext uri="{BB962C8B-B14F-4D97-AF65-F5344CB8AC3E}">
        <p14:creationId xmlns:p14="http://schemas.microsoft.com/office/powerpoint/2010/main" val="38840627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A12B39D-1DCF-4862-8C4D-ABBC433A2EF6}"/>
              </a:ext>
            </a:extLst>
          </p:cNvPr>
          <p:cNvSpPr>
            <a:spLocks noGrp="1"/>
          </p:cNvSpPr>
          <p:nvPr>
            <p:ph type="title"/>
          </p:nvPr>
        </p:nvSpPr>
        <p:spPr>
          <a:xfrm>
            <a:off x="838199" y="573741"/>
            <a:ext cx="3785554" cy="2199341"/>
          </a:xfrm>
        </p:spPr>
        <p:txBody>
          <a:bodyPr anchor="b">
            <a:normAutofit/>
          </a:bodyPr>
          <a:lstStyle/>
          <a:p>
            <a:r>
              <a:rPr lang="de-DE" sz="4000"/>
              <a:t>Aktueller Einsatz in der Industrie</a:t>
            </a:r>
          </a:p>
        </p:txBody>
      </p:sp>
      <p:sp>
        <p:nvSpPr>
          <p:cNvPr id="3" name="Inhaltsplatzhalter 2">
            <a:extLst>
              <a:ext uri="{FF2B5EF4-FFF2-40B4-BE49-F238E27FC236}">
                <a16:creationId xmlns:a16="http://schemas.microsoft.com/office/drawing/2014/main" id="{B752ADDD-2B26-4BB0-AC45-5A3D985C19CF}"/>
              </a:ext>
            </a:extLst>
          </p:cNvPr>
          <p:cNvSpPr>
            <a:spLocks noGrp="1"/>
          </p:cNvSpPr>
          <p:nvPr>
            <p:ph idx="1"/>
          </p:nvPr>
        </p:nvSpPr>
        <p:spPr>
          <a:xfrm>
            <a:off x="838199" y="2982260"/>
            <a:ext cx="3748441" cy="3149600"/>
          </a:xfrm>
        </p:spPr>
        <p:txBody>
          <a:bodyPr>
            <a:normAutofit/>
          </a:bodyPr>
          <a:lstStyle/>
          <a:p>
            <a:r>
              <a:rPr lang="de-DE" sz="2000"/>
              <a:t>Datengetriebene Analyse der Kunden nimmt in der Industrie immer weiter zu</a:t>
            </a:r>
          </a:p>
          <a:p>
            <a:pPr marL="0" indent="0">
              <a:buNone/>
            </a:pPr>
            <a:endParaRPr lang="de-DE" sz="2000"/>
          </a:p>
          <a:p>
            <a:r>
              <a:rPr lang="de-DE" sz="2000"/>
              <a:t>Zusätzlich erlauben verschiedenste digitale Kanäle der Industrie Daten auf unterschiedle Weise zu sammeln</a:t>
            </a:r>
          </a:p>
        </p:txBody>
      </p:sp>
      <p:pic>
        <p:nvPicPr>
          <p:cNvPr id="5" name="Grafik 4">
            <a:extLst>
              <a:ext uri="{FF2B5EF4-FFF2-40B4-BE49-F238E27FC236}">
                <a16:creationId xmlns:a16="http://schemas.microsoft.com/office/drawing/2014/main" id="{2A210FEA-70EE-432E-9791-E09D0B5874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91801" y="1838500"/>
            <a:ext cx="6362000" cy="3181000"/>
          </a:xfrm>
          <a:prstGeom prst="rect">
            <a:avLst/>
          </a:prstGeom>
        </p:spPr>
      </p:pic>
      <p:sp>
        <p:nvSpPr>
          <p:cNvPr id="6" name="Textfeld 5">
            <a:extLst>
              <a:ext uri="{FF2B5EF4-FFF2-40B4-BE49-F238E27FC236}">
                <a16:creationId xmlns:a16="http://schemas.microsoft.com/office/drawing/2014/main" id="{10997452-4696-4E3D-B00A-8488F51132DE}"/>
              </a:ext>
            </a:extLst>
          </p:cNvPr>
          <p:cNvSpPr txBox="1"/>
          <p:nvPr/>
        </p:nvSpPr>
        <p:spPr>
          <a:xfrm>
            <a:off x="5176007" y="5444455"/>
            <a:ext cx="6291743" cy="646331"/>
          </a:xfrm>
          <a:prstGeom prst="rect">
            <a:avLst/>
          </a:prstGeom>
          <a:noFill/>
        </p:spPr>
        <p:txBody>
          <a:bodyPr wrap="square" rtlCol="0">
            <a:spAutoFit/>
          </a:bodyPr>
          <a:lstStyle/>
          <a:p>
            <a:r>
              <a:rPr lang="de-DE" dirty="0"/>
              <a:t>Bild: http://blog.clickdimensions.com/how-to-create-a-customer-journey-map-and-why-you-need-one/</a:t>
            </a:r>
          </a:p>
        </p:txBody>
      </p:sp>
    </p:spTree>
    <p:extLst>
      <p:ext uri="{BB962C8B-B14F-4D97-AF65-F5344CB8AC3E}">
        <p14:creationId xmlns:p14="http://schemas.microsoft.com/office/powerpoint/2010/main" val="1665137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5D31581-0A1D-44E2-8969-5266A43E44E7}"/>
              </a:ext>
            </a:extLst>
          </p:cNvPr>
          <p:cNvSpPr>
            <a:spLocks noGrp="1"/>
          </p:cNvSpPr>
          <p:nvPr>
            <p:ph type="title"/>
          </p:nvPr>
        </p:nvSpPr>
        <p:spPr/>
        <p:txBody>
          <a:bodyPr/>
          <a:lstStyle/>
          <a:p>
            <a:r>
              <a:rPr lang="de-DE" dirty="0"/>
              <a:t>Bestandteile einer Customer Journey </a:t>
            </a:r>
            <a:r>
              <a:rPr lang="de-DE" dirty="0" err="1"/>
              <a:t>Map</a:t>
            </a:r>
            <a:br>
              <a:rPr lang="de-DE" dirty="0"/>
            </a:br>
            <a:r>
              <a:rPr lang="de-DE" dirty="0"/>
              <a:t>(NICHT IN PRÄSENTATION)</a:t>
            </a:r>
          </a:p>
        </p:txBody>
      </p:sp>
      <p:sp>
        <p:nvSpPr>
          <p:cNvPr id="3" name="Inhaltsplatzhalter 2">
            <a:extLst>
              <a:ext uri="{FF2B5EF4-FFF2-40B4-BE49-F238E27FC236}">
                <a16:creationId xmlns:a16="http://schemas.microsoft.com/office/drawing/2014/main" id="{E9DFB572-5726-494D-B4E9-C08E778FF1D7}"/>
              </a:ext>
            </a:extLst>
          </p:cNvPr>
          <p:cNvSpPr>
            <a:spLocks noGrp="1"/>
          </p:cNvSpPr>
          <p:nvPr>
            <p:ph idx="1"/>
          </p:nvPr>
        </p:nvSpPr>
        <p:spPr>
          <a:xfrm>
            <a:off x="276138" y="1979802"/>
            <a:ext cx="3649910" cy="2206305"/>
          </a:xfrm>
        </p:spPr>
        <p:txBody>
          <a:bodyPr>
            <a:normAutofit/>
          </a:bodyPr>
          <a:lstStyle/>
          <a:p>
            <a:pPr marL="0" indent="0">
              <a:buNone/>
            </a:pPr>
            <a:r>
              <a:rPr lang="en-US" sz="1800" dirty="0"/>
              <a:t>Customer:</a:t>
            </a:r>
          </a:p>
          <a:p>
            <a:pPr marL="0" indent="0">
              <a:buNone/>
            </a:pPr>
            <a:r>
              <a:rPr lang="en-US" sz="1800" dirty="0"/>
              <a:t>A customer is the stakeholder experiencing a service. The importance of collecting sociodemographic information to ease CJMs users to put themselves in customers’ shoes].</a:t>
            </a:r>
            <a:endParaRPr lang="de-DE" sz="1800" dirty="0"/>
          </a:p>
        </p:txBody>
      </p:sp>
      <p:sp>
        <p:nvSpPr>
          <p:cNvPr id="4" name="Textfeld 3">
            <a:extLst>
              <a:ext uri="{FF2B5EF4-FFF2-40B4-BE49-F238E27FC236}">
                <a16:creationId xmlns:a16="http://schemas.microsoft.com/office/drawing/2014/main" id="{15761435-7B46-4F4C-99B7-50E2A2382EF1}"/>
              </a:ext>
            </a:extLst>
          </p:cNvPr>
          <p:cNvSpPr txBox="1"/>
          <p:nvPr/>
        </p:nvSpPr>
        <p:spPr>
          <a:xfrm>
            <a:off x="3984771" y="1912690"/>
            <a:ext cx="4395831" cy="3970318"/>
          </a:xfrm>
          <a:prstGeom prst="rect">
            <a:avLst/>
          </a:prstGeom>
          <a:noFill/>
        </p:spPr>
        <p:txBody>
          <a:bodyPr wrap="square" rtlCol="0">
            <a:spAutoFit/>
          </a:bodyPr>
          <a:lstStyle/>
          <a:p>
            <a:pPr algn="l"/>
            <a:r>
              <a:rPr lang="en-US" b="0" i="0" u="none" strike="noStrike" baseline="0" dirty="0"/>
              <a:t>Journey:</a:t>
            </a:r>
          </a:p>
          <a:p>
            <a:pPr algn="l"/>
            <a:r>
              <a:rPr lang="en-US" b="0" i="0" u="none" strike="noStrike" baseline="0" dirty="0"/>
              <a:t>A CJM contains at least one journey, which is a typical path followed</a:t>
            </a:r>
          </a:p>
          <a:p>
            <a:pPr algn="l"/>
            <a:r>
              <a:rPr lang="en-US" b="0" i="0" u="none" strike="noStrike" baseline="0" dirty="0"/>
              <a:t>by a customer. Two types of CJMs exist. One is designed by internal</a:t>
            </a:r>
          </a:p>
          <a:p>
            <a:pPr algn="l"/>
            <a:r>
              <a:rPr lang="en-US" b="0" i="0" u="none" strike="noStrike" baseline="0" dirty="0"/>
              <a:t>stakeholders to describe what an ideal journey would look like, which identifies</a:t>
            </a:r>
          </a:p>
          <a:p>
            <a:pPr algn="l"/>
            <a:r>
              <a:rPr lang="en-US" b="0" i="0" u="none" strike="noStrike" baseline="0" dirty="0"/>
              <a:t>opportunities for novel services or is employed as a diagnostic tool.</a:t>
            </a:r>
          </a:p>
          <a:p>
            <a:pPr algn="l"/>
            <a:r>
              <a:rPr lang="en-US" b="0" i="0" u="none" strike="noStrike" baseline="0" dirty="0"/>
              <a:t>We refer to the latter as the expected journey. In contrast, the actual journey</a:t>
            </a:r>
          </a:p>
          <a:p>
            <a:pPr algn="l"/>
            <a:r>
              <a:rPr lang="en-US" b="0" i="0" u="none" strike="noStrike" baseline="0" dirty="0"/>
              <a:t>showcases how a journey is experienced by the customer, finds existing customers’</a:t>
            </a:r>
          </a:p>
          <a:p>
            <a:pPr algn="l"/>
            <a:r>
              <a:rPr lang="en-US" b="0" i="0" u="none" strike="noStrike" baseline="0" dirty="0"/>
              <a:t>problems or needs.</a:t>
            </a:r>
            <a:endParaRPr lang="de-DE" dirty="0"/>
          </a:p>
        </p:txBody>
      </p:sp>
      <p:sp>
        <p:nvSpPr>
          <p:cNvPr id="5" name="Textfeld 4">
            <a:extLst>
              <a:ext uri="{FF2B5EF4-FFF2-40B4-BE49-F238E27FC236}">
                <a16:creationId xmlns:a16="http://schemas.microsoft.com/office/drawing/2014/main" id="{FBEC26AE-4D9A-4F25-918F-869194E24866}"/>
              </a:ext>
            </a:extLst>
          </p:cNvPr>
          <p:cNvSpPr txBox="1"/>
          <p:nvPr/>
        </p:nvSpPr>
        <p:spPr>
          <a:xfrm>
            <a:off x="276137" y="4269995"/>
            <a:ext cx="3649911" cy="2308324"/>
          </a:xfrm>
          <a:prstGeom prst="rect">
            <a:avLst/>
          </a:prstGeom>
          <a:noFill/>
        </p:spPr>
        <p:txBody>
          <a:bodyPr wrap="square" rtlCol="0">
            <a:spAutoFit/>
          </a:bodyPr>
          <a:lstStyle/>
          <a:p>
            <a:r>
              <a:rPr lang="en-US" dirty="0"/>
              <a:t>Goal:</a:t>
            </a:r>
          </a:p>
          <a:p>
            <a:r>
              <a:rPr lang="en-US" dirty="0"/>
              <a:t>A customer journey should be mapped with a goal in mind,</a:t>
            </a:r>
          </a:p>
          <a:p>
            <a:r>
              <a:rPr lang="en-US" dirty="0"/>
              <a:t>which is also referred to as scenario, prompts, story, or main intention. It triggers interactions with users, and streamlines the thought process</a:t>
            </a:r>
          </a:p>
          <a:p>
            <a:r>
              <a:rPr lang="en-US" dirty="0"/>
              <a:t>for users. </a:t>
            </a:r>
            <a:endParaRPr lang="de-DE" dirty="0"/>
          </a:p>
        </p:txBody>
      </p:sp>
      <p:sp>
        <p:nvSpPr>
          <p:cNvPr id="8" name="Textfeld 7">
            <a:extLst>
              <a:ext uri="{FF2B5EF4-FFF2-40B4-BE49-F238E27FC236}">
                <a16:creationId xmlns:a16="http://schemas.microsoft.com/office/drawing/2014/main" id="{2ECB29DF-0B3F-4F62-B68A-609B5828D661}"/>
              </a:ext>
            </a:extLst>
          </p:cNvPr>
          <p:cNvSpPr txBox="1"/>
          <p:nvPr/>
        </p:nvSpPr>
        <p:spPr>
          <a:xfrm>
            <a:off x="8867162" y="1722783"/>
            <a:ext cx="3162649" cy="4801314"/>
          </a:xfrm>
          <a:prstGeom prst="rect">
            <a:avLst/>
          </a:prstGeom>
          <a:noFill/>
        </p:spPr>
        <p:txBody>
          <a:bodyPr wrap="square" rtlCol="0">
            <a:spAutoFit/>
          </a:bodyPr>
          <a:lstStyle/>
          <a:p>
            <a:pPr algn="l"/>
            <a:r>
              <a:rPr lang="en-US" sz="1800" b="0" i="0" u="none" strike="noStrike" baseline="0" dirty="0">
                <a:latin typeface="SFBX1000"/>
              </a:rPr>
              <a:t>Touchpoint. </a:t>
            </a:r>
            <a:r>
              <a:rPr lang="en-US" sz="1800" b="0" i="0" u="none" strike="noStrike" baseline="0" dirty="0">
                <a:latin typeface="SFRM1000"/>
              </a:rPr>
              <a:t>A </a:t>
            </a:r>
            <a:r>
              <a:rPr lang="en-US" sz="1800" b="0" i="0" u="none" strike="noStrike" baseline="0" dirty="0">
                <a:latin typeface="SFTI1000"/>
              </a:rPr>
              <a:t>touchpoint </a:t>
            </a:r>
            <a:r>
              <a:rPr lang="en-US" sz="1800" b="0" i="0" u="none" strike="noStrike" baseline="0" dirty="0">
                <a:latin typeface="SFRM1000"/>
              </a:rPr>
              <a:t>is an interaction between customers and companies’</a:t>
            </a:r>
          </a:p>
          <a:p>
            <a:pPr algn="l"/>
            <a:r>
              <a:rPr lang="en-US" sz="1800" b="0" i="0" u="none" strike="noStrike" baseline="0" dirty="0">
                <a:latin typeface="SFRM1000"/>
              </a:rPr>
              <a:t>products or services. The arrangement of touchpoints can be </a:t>
            </a:r>
            <a:r>
              <a:rPr lang="en-US" sz="1800" b="0" i="0" u="none" strike="noStrike" baseline="0" dirty="0">
                <a:latin typeface="SFTI1000"/>
              </a:rPr>
              <a:t>cyclic</a:t>
            </a:r>
            <a:r>
              <a:rPr lang="en-US" sz="1800" b="0" i="0" u="none" strike="noStrike" baseline="0" dirty="0">
                <a:latin typeface="SFRM1000"/>
              </a:rPr>
              <a:t>: a customer</a:t>
            </a:r>
          </a:p>
          <a:p>
            <a:pPr algn="l"/>
            <a:r>
              <a:rPr lang="en-US" sz="1800" b="0" i="0" u="none" strike="noStrike" baseline="0" dirty="0">
                <a:latin typeface="SFRM1000"/>
              </a:rPr>
              <a:t>can iterate a few times over the same touchpoints. Moreover, the arrangement</a:t>
            </a:r>
          </a:p>
          <a:p>
            <a:pPr algn="l"/>
            <a:r>
              <a:rPr lang="en-US" sz="1800" b="0" i="0" u="none" strike="noStrike" baseline="0" dirty="0">
                <a:latin typeface="SFRM1000"/>
              </a:rPr>
              <a:t>is </a:t>
            </a:r>
            <a:r>
              <a:rPr lang="en-US" sz="1800" b="0" i="0" u="none" strike="noStrike" baseline="0" dirty="0">
                <a:latin typeface="SFTI1000"/>
              </a:rPr>
              <a:t>non-linear: </a:t>
            </a:r>
            <a:r>
              <a:rPr lang="en-US" sz="1800" b="0" i="0" u="none" strike="noStrike" baseline="0" dirty="0">
                <a:latin typeface="SFRM1000"/>
              </a:rPr>
              <a:t>most of the time, the customer will not go through all the</a:t>
            </a:r>
          </a:p>
          <a:p>
            <a:pPr algn="l"/>
            <a:r>
              <a:rPr lang="en-US" sz="1800" b="0" i="0" u="none" strike="noStrike" baseline="0" dirty="0">
                <a:latin typeface="SFRM1000"/>
              </a:rPr>
              <a:t>existing touchpoints the customer might miss a planned touchpoint;</a:t>
            </a:r>
          </a:p>
          <a:p>
            <a:pPr algn="l"/>
            <a:r>
              <a:rPr lang="en-US" sz="1800" b="0" i="0" u="none" strike="noStrike" baseline="0" dirty="0">
                <a:latin typeface="SFRM1000"/>
              </a:rPr>
              <a:t>And the customer can unexpectedly quit the journey.</a:t>
            </a:r>
            <a:endParaRPr lang="de-DE" dirty="0"/>
          </a:p>
        </p:txBody>
      </p:sp>
    </p:spTree>
    <p:extLst>
      <p:ext uri="{BB962C8B-B14F-4D97-AF65-F5344CB8AC3E}">
        <p14:creationId xmlns:p14="http://schemas.microsoft.com/office/powerpoint/2010/main" val="15681368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79D8D2-07EF-416C-A247-81F1C89A4FAF}"/>
              </a:ext>
            </a:extLst>
          </p:cNvPr>
          <p:cNvSpPr>
            <a:spLocks noGrp="1"/>
          </p:cNvSpPr>
          <p:nvPr>
            <p:ph type="title"/>
          </p:nvPr>
        </p:nvSpPr>
        <p:spPr/>
        <p:txBody>
          <a:bodyPr/>
          <a:lstStyle/>
          <a:p>
            <a:pPr algn="ctr"/>
            <a:r>
              <a:rPr lang="de-DE" dirty="0"/>
              <a:t>Bestandteile einer CJM</a:t>
            </a:r>
          </a:p>
        </p:txBody>
      </p:sp>
      <p:sp>
        <p:nvSpPr>
          <p:cNvPr id="4" name="Textfeld 3">
            <a:extLst>
              <a:ext uri="{FF2B5EF4-FFF2-40B4-BE49-F238E27FC236}">
                <a16:creationId xmlns:a16="http://schemas.microsoft.com/office/drawing/2014/main" id="{F2778520-16A5-442E-8B6F-13AB50F62432}"/>
              </a:ext>
            </a:extLst>
          </p:cNvPr>
          <p:cNvSpPr txBox="1"/>
          <p:nvPr/>
        </p:nvSpPr>
        <p:spPr>
          <a:xfrm>
            <a:off x="244067" y="6488668"/>
            <a:ext cx="10382250" cy="369332"/>
          </a:xfrm>
          <a:prstGeom prst="rect">
            <a:avLst/>
          </a:prstGeom>
          <a:noFill/>
        </p:spPr>
        <p:txBody>
          <a:bodyPr wrap="square" rtlCol="0">
            <a:spAutoFit/>
          </a:bodyPr>
          <a:lstStyle/>
          <a:p>
            <a:r>
              <a:rPr lang="de-DE" dirty="0"/>
              <a:t>Aus: </a:t>
            </a:r>
            <a:r>
              <a:rPr lang="en-US" dirty="0"/>
              <a:t>Supporting redesign of C2C services through customer journey mapping</a:t>
            </a:r>
            <a:endParaRPr lang="de-DE" dirty="0"/>
          </a:p>
        </p:txBody>
      </p:sp>
      <p:pic>
        <p:nvPicPr>
          <p:cNvPr id="6" name="Grafik 5">
            <a:extLst>
              <a:ext uri="{FF2B5EF4-FFF2-40B4-BE49-F238E27FC236}">
                <a16:creationId xmlns:a16="http://schemas.microsoft.com/office/drawing/2014/main" id="{DFBA434E-0D0C-492E-84F2-A7F34BA165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2992" y="1516388"/>
            <a:ext cx="8226016" cy="5079346"/>
          </a:xfrm>
          <a:prstGeom prst="rect">
            <a:avLst/>
          </a:prstGeom>
        </p:spPr>
      </p:pic>
    </p:spTree>
    <p:extLst>
      <p:ext uri="{BB962C8B-B14F-4D97-AF65-F5344CB8AC3E}">
        <p14:creationId xmlns:p14="http://schemas.microsoft.com/office/powerpoint/2010/main" val="1054796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8E8795-993C-4B30-AC29-47D69707DE28}"/>
              </a:ext>
            </a:extLst>
          </p:cNvPr>
          <p:cNvSpPr>
            <a:spLocks noGrp="1"/>
          </p:cNvSpPr>
          <p:nvPr>
            <p:ph type="title"/>
          </p:nvPr>
        </p:nvSpPr>
        <p:spPr/>
        <p:txBody>
          <a:bodyPr/>
          <a:lstStyle/>
          <a:p>
            <a:pPr algn="ctr"/>
            <a:r>
              <a:rPr lang="de-DE" dirty="0"/>
              <a:t>Bestandteile einer CJM</a:t>
            </a:r>
          </a:p>
        </p:txBody>
      </p:sp>
      <p:pic>
        <p:nvPicPr>
          <p:cNvPr id="5" name="Grafik 4">
            <a:extLst>
              <a:ext uri="{FF2B5EF4-FFF2-40B4-BE49-F238E27FC236}">
                <a16:creationId xmlns:a16="http://schemas.microsoft.com/office/drawing/2014/main" id="{406F8EC9-3B1B-4E95-AB6B-BF3A21CCA0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5041" y="1796663"/>
            <a:ext cx="8792802" cy="4086795"/>
          </a:xfrm>
          <a:prstGeom prst="rect">
            <a:avLst/>
          </a:prstGeom>
        </p:spPr>
      </p:pic>
      <p:sp>
        <p:nvSpPr>
          <p:cNvPr id="4" name="Textfeld 3">
            <a:extLst>
              <a:ext uri="{FF2B5EF4-FFF2-40B4-BE49-F238E27FC236}">
                <a16:creationId xmlns:a16="http://schemas.microsoft.com/office/drawing/2014/main" id="{F20ECE82-4680-45C4-8768-DFC0CDF03884}"/>
              </a:ext>
            </a:extLst>
          </p:cNvPr>
          <p:cNvSpPr txBox="1"/>
          <p:nvPr/>
        </p:nvSpPr>
        <p:spPr>
          <a:xfrm>
            <a:off x="244067" y="6488668"/>
            <a:ext cx="10382250" cy="369332"/>
          </a:xfrm>
          <a:prstGeom prst="rect">
            <a:avLst/>
          </a:prstGeom>
          <a:noFill/>
        </p:spPr>
        <p:txBody>
          <a:bodyPr wrap="square" rtlCol="0">
            <a:spAutoFit/>
          </a:bodyPr>
          <a:lstStyle/>
          <a:p>
            <a:r>
              <a:rPr lang="de-DE" dirty="0"/>
              <a:t>Aus: </a:t>
            </a:r>
            <a:r>
              <a:rPr lang="en-US" dirty="0"/>
              <a:t>Supporting redesign of C2C services through customer journey mapping</a:t>
            </a:r>
            <a:endParaRPr lang="de-DE" dirty="0"/>
          </a:p>
        </p:txBody>
      </p:sp>
    </p:spTree>
    <p:extLst>
      <p:ext uri="{BB962C8B-B14F-4D97-AF65-F5344CB8AC3E}">
        <p14:creationId xmlns:p14="http://schemas.microsoft.com/office/powerpoint/2010/main" val="979458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A3D8671-380D-4C62-ACED-8BA6E69CD227}"/>
              </a:ext>
            </a:extLst>
          </p:cNvPr>
          <p:cNvSpPr>
            <a:spLocks noGrp="1"/>
          </p:cNvSpPr>
          <p:nvPr>
            <p:ph type="title"/>
          </p:nvPr>
        </p:nvSpPr>
        <p:spPr>
          <a:xfrm>
            <a:off x="838199" y="573741"/>
            <a:ext cx="3785554" cy="1557063"/>
          </a:xfrm>
        </p:spPr>
        <p:txBody>
          <a:bodyPr anchor="b">
            <a:normAutofit fontScale="90000"/>
          </a:bodyPr>
          <a:lstStyle/>
          <a:p>
            <a:pPr algn="ctr"/>
            <a:r>
              <a:rPr lang="de-DE" sz="4000" dirty="0"/>
              <a:t>Methoden zur Erstellung einer CJM</a:t>
            </a:r>
          </a:p>
        </p:txBody>
      </p:sp>
      <p:sp>
        <p:nvSpPr>
          <p:cNvPr id="3" name="Inhaltsplatzhalter 2">
            <a:extLst>
              <a:ext uri="{FF2B5EF4-FFF2-40B4-BE49-F238E27FC236}">
                <a16:creationId xmlns:a16="http://schemas.microsoft.com/office/drawing/2014/main" id="{317B21FB-06EE-4DD0-B1D3-931E3C3A24F9}"/>
              </a:ext>
            </a:extLst>
          </p:cNvPr>
          <p:cNvSpPr>
            <a:spLocks noGrp="1"/>
          </p:cNvSpPr>
          <p:nvPr>
            <p:ph idx="1"/>
          </p:nvPr>
        </p:nvSpPr>
        <p:spPr>
          <a:xfrm>
            <a:off x="771087" y="2704545"/>
            <a:ext cx="3748441" cy="3149600"/>
          </a:xfrm>
        </p:spPr>
        <p:txBody>
          <a:bodyPr>
            <a:normAutofit/>
          </a:bodyPr>
          <a:lstStyle/>
          <a:p>
            <a:r>
              <a:rPr lang="de-DE" sz="1400" i="0" u="none" strike="noStrike" baseline="0" dirty="0"/>
              <a:t>User Diary</a:t>
            </a:r>
          </a:p>
          <a:p>
            <a:r>
              <a:rPr lang="de-DE" sz="1400" i="0" u="none" strike="noStrike" baseline="0" dirty="0" err="1"/>
              <a:t>Hierarchical</a:t>
            </a:r>
            <a:r>
              <a:rPr lang="de-DE" sz="1400" i="0" u="none" strike="noStrike" baseline="0" dirty="0"/>
              <a:t> Task Analysis</a:t>
            </a:r>
          </a:p>
          <a:p>
            <a:r>
              <a:rPr lang="en-US" sz="1400" dirty="0"/>
              <a:t>F</a:t>
            </a:r>
            <a:r>
              <a:rPr lang="en-US" sz="1400" b="0" i="0" u="none" strike="noStrike" baseline="0" dirty="0"/>
              <a:t>ocus groups</a:t>
            </a:r>
          </a:p>
          <a:p>
            <a:r>
              <a:rPr lang="en-US" sz="1400" dirty="0"/>
              <a:t>I</a:t>
            </a:r>
            <a:r>
              <a:rPr lang="en-US" sz="1400" b="0" i="0" u="none" strike="noStrike" baseline="0" dirty="0"/>
              <a:t>ndividual interviews (</a:t>
            </a:r>
            <a:r>
              <a:rPr lang="en-US" sz="1400" b="0" i="0" u="none" strike="noStrike" baseline="0" dirty="0" err="1"/>
              <a:t>Meist</a:t>
            </a:r>
            <a:r>
              <a:rPr lang="en-US" sz="1400" b="0" i="0" u="none" strike="noStrike" baseline="0" dirty="0"/>
              <a:t> Semi-</a:t>
            </a:r>
            <a:r>
              <a:rPr lang="en-US" sz="1400" b="0" i="0" u="none" strike="noStrike" baseline="0" dirty="0" err="1"/>
              <a:t>Strukturiert</a:t>
            </a:r>
            <a:r>
              <a:rPr lang="en-US" sz="1400" b="0" i="0" u="none" strike="noStrike" baseline="0" dirty="0"/>
              <a:t>)</a:t>
            </a:r>
          </a:p>
          <a:p>
            <a:r>
              <a:rPr lang="en-US" sz="1400" b="0" i="0" u="none" strike="noStrike" baseline="0" dirty="0"/>
              <a:t>Observations</a:t>
            </a:r>
          </a:p>
          <a:p>
            <a:r>
              <a:rPr lang="en-US" sz="1400" b="0" i="0" u="none" strike="noStrike" baseline="0" dirty="0" err="1"/>
              <a:t>Feldstudien</a:t>
            </a:r>
            <a:endParaRPr lang="en-US" sz="1400" b="0" i="0" u="none" strike="noStrike" baseline="0" dirty="0"/>
          </a:p>
          <a:p>
            <a:endParaRPr lang="de-DE" sz="1400" dirty="0"/>
          </a:p>
        </p:txBody>
      </p:sp>
      <p:pic>
        <p:nvPicPr>
          <p:cNvPr id="5" name="Grafik 4">
            <a:extLst>
              <a:ext uri="{FF2B5EF4-FFF2-40B4-BE49-F238E27FC236}">
                <a16:creationId xmlns:a16="http://schemas.microsoft.com/office/drawing/2014/main" id="{190BED7C-F023-45A9-82E6-F21F1C5C66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91801" y="1576067"/>
            <a:ext cx="6362000" cy="3705865"/>
          </a:xfrm>
          <a:prstGeom prst="rect">
            <a:avLst/>
          </a:prstGeom>
        </p:spPr>
      </p:pic>
    </p:spTree>
    <p:extLst>
      <p:ext uri="{BB962C8B-B14F-4D97-AF65-F5344CB8AC3E}">
        <p14:creationId xmlns:p14="http://schemas.microsoft.com/office/powerpoint/2010/main" val="4196420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E0C1A1D-0B32-4413-A987-5A56E474FFD0}"/>
              </a:ext>
            </a:extLst>
          </p:cNvPr>
          <p:cNvSpPr>
            <a:spLocks noGrp="1"/>
          </p:cNvSpPr>
          <p:nvPr>
            <p:ph type="title"/>
          </p:nvPr>
        </p:nvSpPr>
        <p:spPr/>
        <p:txBody>
          <a:bodyPr/>
          <a:lstStyle/>
          <a:p>
            <a:r>
              <a:rPr lang="de-DE" dirty="0"/>
              <a:t>Vorteile ethnographischer Methoden?</a:t>
            </a:r>
          </a:p>
        </p:txBody>
      </p:sp>
      <p:sp>
        <p:nvSpPr>
          <p:cNvPr id="3" name="Inhaltsplatzhalter 2">
            <a:extLst>
              <a:ext uri="{FF2B5EF4-FFF2-40B4-BE49-F238E27FC236}">
                <a16:creationId xmlns:a16="http://schemas.microsoft.com/office/drawing/2014/main" id="{B6F78F79-6D97-4796-86E5-DA5B9B04947D}"/>
              </a:ext>
            </a:extLst>
          </p:cNvPr>
          <p:cNvSpPr>
            <a:spLocks noGrp="1"/>
          </p:cNvSpPr>
          <p:nvPr>
            <p:ph idx="1"/>
          </p:nvPr>
        </p:nvSpPr>
        <p:spPr/>
        <p:txBody>
          <a:bodyPr/>
          <a:lstStyle/>
          <a:p>
            <a:pPr marL="0" indent="0">
              <a:buNone/>
            </a:pPr>
            <a:r>
              <a:rPr lang="de-DE" sz="2800" dirty="0">
                <a:solidFill>
                  <a:srgbClr val="000000"/>
                </a:solidFill>
              </a:rPr>
              <a:t>Der Wert der ethnografischen Forschung liegt in ihrer Fähigkeit, reichhaltige Daten über individuelle Kundeninteraktionen zu liefern. Ethnografie ist für die explorative Forschung förderlich, da sie unbekannte Probleme und Einblicke in das Kundenverhalten aufdecken kann</a:t>
            </a:r>
            <a:endParaRPr lang="en-US" sz="2800" dirty="0">
              <a:solidFill>
                <a:srgbClr val="000000"/>
              </a:solidFill>
            </a:endParaRPr>
          </a:p>
          <a:p>
            <a:endParaRPr lang="de-DE" dirty="0"/>
          </a:p>
        </p:txBody>
      </p:sp>
    </p:spTree>
    <p:extLst>
      <p:ext uri="{BB962C8B-B14F-4D97-AF65-F5344CB8AC3E}">
        <p14:creationId xmlns:p14="http://schemas.microsoft.com/office/powerpoint/2010/main" val="14156003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A192B9F-EBFA-4972-A930-6BB6E58FFF3D}"/>
              </a:ext>
            </a:extLst>
          </p:cNvPr>
          <p:cNvSpPr>
            <a:spLocks noGrp="1"/>
          </p:cNvSpPr>
          <p:nvPr>
            <p:ph type="title"/>
          </p:nvPr>
        </p:nvSpPr>
        <p:spPr/>
        <p:txBody>
          <a:bodyPr/>
          <a:lstStyle/>
          <a:p>
            <a:pPr algn="ctr"/>
            <a:r>
              <a:rPr lang="de-DE" dirty="0"/>
              <a:t>Vorteile</a:t>
            </a:r>
          </a:p>
        </p:txBody>
      </p:sp>
      <p:sp>
        <p:nvSpPr>
          <p:cNvPr id="3" name="Inhaltsplatzhalter 2">
            <a:extLst>
              <a:ext uri="{FF2B5EF4-FFF2-40B4-BE49-F238E27FC236}">
                <a16:creationId xmlns:a16="http://schemas.microsoft.com/office/drawing/2014/main" id="{68AF4279-EE49-4CBE-A19A-AA481D02B38D}"/>
              </a:ext>
            </a:extLst>
          </p:cNvPr>
          <p:cNvSpPr>
            <a:spLocks noGrp="1"/>
          </p:cNvSpPr>
          <p:nvPr>
            <p:ph idx="1"/>
          </p:nvPr>
        </p:nvSpPr>
        <p:spPr>
          <a:xfrm>
            <a:off x="914400" y="1825625"/>
            <a:ext cx="10439400" cy="3643997"/>
          </a:xfrm>
        </p:spPr>
        <p:txBody>
          <a:bodyPr/>
          <a:lstStyle/>
          <a:p>
            <a:pPr algn="l"/>
            <a:r>
              <a:rPr lang="de-DE" sz="1800" dirty="0">
                <a:latin typeface="Minion-Regular"/>
              </a:rPr>
              <a:t>Kundengetriebener Designprozess</a:t>
            </a:r>
          </a:p>
          <a:p>
            <a:pPr algn="l"/>
            <a:r>
              <a:rPr lang="de-DE" sz="1800" dirty="0">
                <a:latin typeface="Minion-Regular"/>
              </a:rPr>
              <a:t>Sehr flexibel einsetzbar</a:t>
            </a:r>
          </a:p>
          <a:p>
            <a:pPr algn="l"/>
            <a:r>
              <a:rPr lang="de-DE" sz="1800" dirty="0">
                <a:latin typeface="Minion-Regular"/>
              </a:rPr>
              <a:t>CJMs ermöglichen ein besseres Verständnis für die Komplexität des Produkt-Ökosystems</a:t>
            </a:r>
          </a:p>
          <a:p>
            <a:pPr algn="l"/>
            <a:r>
              <a:rPr lang="de-DE" sz="1800" dirty="0">
                <a:latin typeface="Minion-Regular"/>
              </a:rPr>
              <a:t>Durch die Einbeziehung der Emotionen und Denkprozesse der tatsächlichen Kunden kann die Analyse über die üblichen quantitativen Daten</a:t>
            </a:r>
          </a:p>
        </p:txBody>
      </p:sp>
      <p:sp>
        <p:nvSpPr>
          <p:cNvPr id="4" name="Textfeld 3">
            <a:extLst>
              <a:ext uri="{FF2B5EF4-FFF2-40B4-BE49-F238E27FC236}">
                <a16:creationId xmlns:a16="http://schemas.microsoft.com/office/drawing/2014/main" id="{EAF14A32-A629-45EB-9B55-508FBB5D14D7}"/>
              </a:ext>
            </a:extLst>
          </p:cNvPr>
          <p:cNvSpPr txBox="1"/>
          <p:nvPr/>
        </p:nvSpPr>
        <p:spPr>
          <a:xfrm>
            <a:off x="1098958" y="5981350"/>
            <a:ext cx="9286613" cy="646331"/>
          </a:xfrm>
          <a:prstGeom prst="rect">
            <a:avLst/>
          </a:prstGeom>
          <a:noFill/>
        </p:spPr>
        <p:txBody>
          <a:bodyPr wrap="square" rtlCol="0">
            <a:spAutoFit/>
          </a:bodyPr>
          <a:lstStyle/>
          <a:p>
            <a:r>
              <a:rPr lang="de-DE" dirty="0"/>
              <a:t>Aus: </a:t>
            </a:r>
            <a:r>
              <a:rPr lang="en-US" dirty="0"/>
              <a:t>Evaluating Customer Experience through Customer Journey Mapping and Service Blueprinting at Edmonton Public Library An Exploratory Study</a:t>
            </a:r>
            <a:endParaRPr lang="de-DE" dirty="0"/>
          </a:p>
        </p:txBody>
      </p:sp>
    </p:spTree>
    <p:extLst>
      <p:ext uri="{BB962C8B-B14F-4D97-AF65-F5344CB8AC3E}">
        <p14:creationId xmlns:p14="http://schemas.microsoft.com/office/powerpoint/2010/main" val="989028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04E352-3A07-4751-A9BF-C6AD3376B599}"/>
              </a:ext>
            </a:extLst>
          </p:cNvPr>
          <p:cNvSpPr>
            <a:spLocks noGrp="1"/>
          </p:cNvSpPr>
          <p:nvPr>
            <p:ph type="title"/>
          </p:nvPr>
        </p:nvSpPr>
        <p:spPr/>
        <p:txBody>
          <a:bodyPr/>
          <a:lstStyle/>
          <a:p>
            <a:r>
              <a:rPr lang="de-DE" dirty="0"/>
              <a:t>Vorteile für Kunden</a:t>
            </a:r>
          </a:p>
        </p:txBody>
      </p:sp>
      <p:sp>
        <p:nvSpPr>
          <p:cNvPr id="3" name="Inhaltsplatzhalter 2">
            <a:extLst>
              <a:ext uri="{FF2B5EF4-FFF2-40B4-BE49-F238E27FC236}">
                <a16:creationId xmlns:a16="http://schemas.microsoft.com/office/drawing/2014/main" id="{002C0816-74F8-4874-87EE-C808D5CB40D1}"/>
              </a:ext>
            </a:extLst>
          </p:cNvPr>
          <p:cNvSpPr>
            <a:spLocks noGrp="1"/>
          </p:cNvSpPr>
          <p:nvPr>
            <p:ph idx="1"/>
          </p:nvPr>
        </p:nvSpPr>
        <p:spPr/>
        <p:txBody>
          <a:bodyPr/>
          <a:lstStyle/>
          <a:p>
            <a:r>
              <a:rPr lang="de-DE" dirty="0"/>
              <a:t>Starke Einflussmöglichkeit des Kunden auf </a:t>
            </a:r>
            <a:r>
              <a:rPr lang="de-DE"/>
              <a:t>das Produkt</a:t>
            </a:r>
          </a:p>
          <a:p>
            <a:pPr marL="0" indent="0">
              <a:buNone/>
            </a:pPr>
            <a:endParaRPr lang="de-DE" dirty="0"/>
          </a:p>
          <a:p>
            <a:r>
              <a:rPr lang="de-DE" dirty="0"/>
              <a:t>Auch individuelle Ansichten oder Emotionen des Kunden im Bezug auf das Produkt werden durch die ethnographischen Methoden berücksichtigt</a:t>
            </a:r>
          </a:p>
        </p:txBody>
      </p:sp>
    </p:spTree>
    <p:extLst>
      <p:ext uri="{BB962C8B-B14F-4D97-AF65-F5344CB8AC3E}">
        <p14:creationId xmlns:p14="http://schemas.microsoft.com/office/powerpoint/2010/main" val="329708498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623</Words>
  <Application>Microsoft Office PowerPoint</Application>
  <PresentationFormat>Breitbild</PresentationFormat>
  <Paragraphs>63</Paragraphs>
  <Slides>11</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11</vt:i4>
      </vt:variant>
    </vt:vector>
  </HeadingPairs>
  <TitlesOfParts>
    <vt:vector size="19" baseType="lpstr">
      <vt:lpstr>Arial</vt:lpstr>
      <vt:lpstr>Calibri</vt:lpstr>
      <vt:lpstr>Calibri Light</vt:lpstr>
      <vt:lpstr>Minion-Regular</vt:lpstr>
      <vt:lpstr>SFBX1000</vt:lpstr>
      <vt:lpstr>SFRM1000</vt:lpstr>
      <vt:lpstr>SFTI1000</vt:lpstr>
      <vt:lpstr>Office</vt:lpstr>
      <vt:lpstr>Customer Journey Maps</vt:lpstr>
      <vt:lpstr>Warum Customer Journey Maps</vt:lpstr>
      <vt:lpstr>Ziel einer Customer Journey Map</vt:lpstr>
      <vt:lpstr>Aktueller Einsatz in der Industrie</vt:lpstr>
      <vt:lpstr>Bestandteile einer Customer Journey Map (NICHT IN PRÄSENTATION)</vt:lpstr>
      <vt:lpstr>Bestandteile einer CJM</vt:lpstr>
      <vt:lpstr>Bestandteile einer CJM</vt:lpstr>
      <vt:lpstr>Methoden zur Erstellung einer CJM</vt:lpstr>
      <vt:lpstr>Vorteile ethnographischer Methoden?</vt:lpstr>
      <vt:lpstr>Vorteile</vt:lpstr>
      <vt:lpstr>Vorteile für Kunden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Journey Maps</dc:title>
  <dc:creator>Tim Böckel</dc:creator>
  <cp:lastModifiedBy>Tim Böckel</cp:lastModifiedBy>
  <cp:revision>1</cp:revision>
  <dcterms:created xsi:type="dcterms:W3CDTF">2021-05-25T11:06:00Z</dcterms:created>
  <dcterms:modified xsi:type="dcterms:W3CDTF">2021-06-05T08:59:38Z</dcterms:modified>
</cp:coreProperties>
</file>