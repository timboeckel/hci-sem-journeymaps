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media/image3.jpg" ContentType="image/png"/>
  <Override PartName="/ppt/comments/comment3.xml" ContentType="application/vnd.openxmlformats-officedocument.presentationml.comments+xml"/>
  <Override PartName="/ppt/notesSlides/notesSlide1.xml" ContentType="application/vnd.openxmlformats-officedocument.presentationml.notesSlide+xml"/>
  <Override PartName="/ppt/media/image4.jpg" ContentType="image/png"/>
  <Override PartName="/ppt/notesSlides/notesSlide2.xml" ContentType="application/vnd.openxmlformats-officedocument.presentationml.notesSlide+xml"/>
  <Override PartName="/ppt/comments/comment4.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7" r:id="rId3"/>
    <p:sldId id="262" r:id="rId4"/>
    <p:sldId id="261" r:id="rId5"/>
    <p:sldId id="264" r:id="rId6"/>
    <p:sldId id="265" r:id="rId7"/>
    <p:sldId id="258" r:id="rId8"/>
    <p:sldId id="268" r:id="rId9"/>
    <p:sldId id="269" r:id="rId10"/>
    <p:sldId id="270" r:id="rId11"/>
    <p:sldId id="271" r:id="rId12"/>
    <p:sldId id="259" r:id="rId13"/>
    <p:sldId id="263" r:id="rId14"/>
    <p:sldId id="272" r:id="rId15"/>
    <p:sldId id="273"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m Böckel" initials="TB" lastIdx="8" clrIdx="0">
    <p:extLst>
      <p:ext uri="{19B8F6BF-5375-455C-9EA6-DF929625EA0E}">
        <p15:presenceInfo xmlns:p15="http://schemas.microsoft.com/office/powerpoint/2012/main" userId="139bf3991ca4732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3E6AC7-6F80-426C-8EA5-4E59630F2B8F}" v="23" dt="2021-06-06T15:00:43.0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06" autoAdjust="0"/>
    <p:restoredTop sz="94660"/>
  </p:normalViewPr>
  <p:slideViewPr>
    <p:cSldViewPr snapToGrid="0">
      <p:cViewPr varScale="1">
        <p:scale>
          <a:sx n="114" d="100"/>
          <a:sy n="114" d="100"/>
        </p:scale>
        <p:origin x="1980" y="102"/>
      </p:cViewPr>
      <p:guideLst/>
    </p:cSldViewPr>
  </p:slideViewPr>
  <p:notesTextViewPr>
    <p:cViewPr>
      <p:scale>
        <a:sx n="3" d="2"/>
        <a:sy n="3" d="2"/>
      </p:scale>
      <p:origin x="0" y="0"/>
    </p:cViewPr>
  </p:notesTextViewPr>
  <p:notesViewPr>
    <p:cSldViewPr snapToGrid="0">
      <p:cViewPr varScale="1">
        <p:scale>
          <a:sx n="87" d="100"/>
          <a:sy n="87" d="100"/>
        </p:scale>
        <p:origin x="576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Böckel" userId="139bf3991ca47324" providerId="LiveId" clId="{ABE0A911-5BA5-4D41-B116-458700B76195}"/>
    <pc:docChg chg="undo custSel addSld delSld modSld sldOrd">
      <pc:chgData name="Tim Böckel" userId="139bf3991ca47324" providerId="LiveId" clId="{ABE0A911-5BA5-4D41-B116-458700B76195}" dt="2021-06-05T08:59:19.983" v="2194" actId="122"/>
      <pc:docMkLst>
        <pc:docMk/>
      </pc:docMkLst>
      <pc:sldChg chg="addSp delSp modSp mod ord setBg addAnim delAnim addCm">
        <pc:chgData name="Tim Böckel" userId="139bf3991ca47324" providerId="LiveId" clId="{ABE0A911-5BA5-4D41-B116-458700B76195}" dt="2021-06-05T08:46:27.696" v="2074" actId="14100"/>
        <pc:sldMkLst>
          <pc:docMk/>
          <pc:sldMk cId="180445862" sldId="256"/>
        </pc:sldMkLst>
        <pc:spChg chg="mod">
          <ac:chgData name="Tim Böckel" userId="139bf3991ca47324" providerId="LiveId" clId="{ABE0A911-5BA5-4D41-B116-458700B76195}" dt="2021-06-05T08:46:00.630" v="2063" actId="1076"/>
          <ac:spMkLst>
            <pc:docMk/>
            <pc:sldMk cId="180445862" sldId="256"/>
            <ac:spMk id="2" creationId="{EE25B563-104F-48A5-BBE7-A4FED326DA29}"/>
          </ac:spMkLst>
        </pc:spChg>
        <pc:spChg chg="mod">
          <ac:chgData name="Tim Böckel" userId="139bf3991ca47324" providerId="LiveId" clId="{ABE0A911-5BA5-4D41-B116-458700B76195}" dt="2021-06-05T08:46:07.975" v="2064" actId="403"/>
          <ac:spMkLst>
            <pc:docMk/>
            <pc:sldMk cId="180445862" sldId="256"/>
            <ac:spMk id="3" creationId="{7ABAC26B-C6B4-48DA-A2D9-1412FCD8B72B}"/>
          </ac:spMkLst>
        </pc:spChg>
        <pc:spChg chg="add mod">
          <ac:chgData name="Tim Böckel" userId="139bf3991ca47324" providerId="LiveId" clId="{ABE0A911-5BA5-4D41-B116-458700B76195}" dt="2021-06-05T08:46:27.696" v="2074" actId="14100"/>
          <ac:spMkLst>
            <pc:docMk/>
            <pc:sldMk cId="180445862" sldId="256"/>
            <ac:spMk id="6" creationId="{6EF0713A-87F1-4C81-8331-DD272A13DC97}"/>
          </ac:spMkLst>
        </pc:spChg>
        <pc:spChg chg="add del">
          <ac:chgData name="Tim Böckel" userId="139bf3991ca47324" providerId="LiveId" clId="{ABE0A911-5BA5-4D41-B116-458700B76195}" dt="2021-06-05T08:45:34.932" v="2055" actId="26606"/>
          <ac:spMkLst>
            <pc:docMk/>
            <pc:sldMk cId="180445862" sldId="256"/>
            <ac:spMk id="10" creationId="{81610B62-EEF8-4526-A7B2-4E91F13143C0}"/>
          </ac:spMkLst>
        </pc:spChg>
        <pc:spChg chg="add del">
          <ac:chgData name="Tim Böckel" userId="139bf3991ca47324" providerId="LiveId" clId="{ABE0A911-5BA5-4D41-B116-458700B76195}" dt="2021-06-05T08:45:34.932" v="2055" actId="26606"/>
          <ac:spMkLst>
            <pc:docMk/>
            <pc:sldMk cId="180445862" sldId="256"/>
            <ac:spMk id="12" creationId="{71FC7D98-7B8B-402A-90FC-F027482F2142}"/>
          </ac:spMkLst>
        </pc:spChg>
        <pc:spChg chg="add del">
          <ac:chgData name="Tim Böckel" userId="139bf3991ca47324" providerId="LiveId" clId="{ABE0A911-5BA5-4D41-B116-458700B76195}" dt="2021-06-05T08:45:34.932" v="2055" actId="26606"/>
          <ac:spMkLst>
            <pc:docMk/>
            <pc:sldMk cId="180445862" sldId="256"/>
            <ac:spMk id="14" creationId="{AD7356EA-285B-4E5D-8FEC-104659A4FD2C}"/>
          </ac:spMkLst>
        </pc:spChg>
        <pc:spChg chg="add del">
          <ac:chgData name="Tim Böckel" userId="139bf3991ca47324" providerId="LiveId" clId="{ABE0A911-5BA5-4D41-B116-458700B76195}" dt="2021-06-05T08:45:28.602" v="2048" actId="26606"/>
          <ac:spMkLst>
            <pc:docMk/>
            <pc:sldMk cId="180445862" sldId="256"/>
            <ac:spMk id="19" creationId="{71FC7D98-7B8B-402A-90FC-F027482F2142}"/>
          </ac:spMkLst>
        </pc:spChg>
        <pc:spChg chg="add del">
          <ac:chgData name="Tim Böckel" userId="139bf3991ca47324" providerId="LiveId" clId="{ABE0A911-5BA5-4D41-B116-458700B76195}" dt="2021-06-05T08:45:28.602" v="2048" actId="26606"/>
          <ac:spMkLst>
            <pc:docMk/>
            <pc:sldMk cId="180445862" sldId="256"/>
            <ac:spMk id="21" creationId="{AD7356EA-285B-4E5D-8FEC-104659A4FD2C}"/>
          </ac:spMkLst>
        </pc:spChg>
        <pc:spChg chg="add del">
          <ac:chgData name="Tim Böckel" userId="139bf3991ca47324" providerId="LiveId" clId="{ABE0A911-5BA5-4D41-B116-458700B76195}" dt="2021-06-05T08:45:31.756" v="2052" actId="26606"/>
          <ac:spMkLst>
            <pc:docMk/>
            <pc:sldMk cId="180445862" sldId="256"/>
            <ac:spMk id="23" creationId="{AD7356EA-285B-4E5D-8FEC-104659A4FD2C}"/>
          </ac:spMkLst>
        </pc:spChg>
        <pc:spChg chg="add del">
          <ac:chgData name="Tim Böckel" userId="139bf3991ca47324" providerId="LiveId" clId="{ABE0A911-5BA5-4D41-B116-458700B76195}" dt="2021-06-05T08:45:31.756" v="2052" actId="26606"/>
          <ac:spMkLst>
            <pc:docMk/>
            <pc:sldMk cId="180445862" sldId="256"/>
            <ac:spMk id="24" creationId="{81610B62-EEF8-4526-A7B2-4E91F13143C0}"/>
          </ac:spMkLst>
        </pc:spChg>
        <pc:spChg chg="add del">
          <ac:chgData name="Tim Böckel" userId="139bf3991ca47324" providerId="LiveId" clId="{ABE0A911-5BA5-4D41-B116-458700B76195}" dt="2021-06-05T08:45:31.756" v="2052" actId="26606"/>
          <ac:spMkLst>
            <pc:docMk/>
            <pc:sldMk cId="180445862" sldId="256"/>
            <ac:spMk id="25" creationId="{71FC7D98-7B8B-402A-90FC-F027482F2142}"/>
          </ac:spMkLst>
        </pc:spChg>
        <pc:spChg chg="add del">
          <ac:chgData name="Tim Böckel" userId="139bf3991ca47324" providerId="LiveId" clId="{ABE0A911-5BA5-4D41-B116-458700B76195}" dt="2021-06-05T08:45:34.927" v="2054" actId="26606"/>
          <ac:spMkLst>
            <pc:docMk/>
            <pc:sldMk cId="180445862" sldId="256"/>
            <ac:spMk id="33" creationId="{C7D023E4-8DE1-436E-9847-ED6A4B4B04FD}"/>
          </ac:spMkLst>
        </pc:spChg>
        <pc:spChg chg="add">
          <ac:chgData name="Tim Böckel" userId="139bf3991ca47324" providerId="LiveId" clId="{ABE0A911-5BA5-4D41-B116-458700B76195}" dt="2021-06-05T08:45:34.932" v="2055" actId="26606"/>
          <ac:spMkLst>
            <pc:docMk/>
            <pc:sldMk cId="180445862" sldId="256"/>
            <ac:spMk id="38" creationId="{ECC07320-C2CA-4E29-8481-9D9E143C7788}"/>
          </ac:spMkLst>
        </pc:spChg>
        <pc:spChg chg="add">
          <ac:chgData name="Tim Böckel" userId="139bf3991ca47324" providerId="LiveId" clId="{ABE0A911-5BA5-4D41-B116-458700B76195}" dt="2021-06-05T08:45:34.932" v="2055" actId="26606"/>
          <ac:spMkLst>
            <pc:docMk/>
            <pc:sldMk cId="180445862" sldId="256"/>
            <ac:spMk id="39" creationId="{178FB36B-5BFE-42CA-BC60-1115E0D95EEC}"/>
          </ac:spMkLst>
        </pc:spChg>
        <pc:grpChg chg="add del">
          <ac:chgData name="Tim Böckel" userId="139bf3991ca47324" providerId="LiveId" clId="{ABE0A911-5BA5-4D41-B116-458700B76195}" dt="2021-06-05T08:45:34.927" v="2054" actId="26606"/>
          <ac:grpSpMkLst>
            <pc:docMk/>
            <pc:sldMk cId="180445862" sldId="256"/>
            <ac:grpSpMk id="34" creationId="{E4556D3F-F9E0-4DD4-A96F-6A8297B92405}"/>
          </ac:grpSpMkLst>
        </pc:grpChg>
        <pc:grpChg chg="add del">
          <ac:chgData name="Tim Böckel" userId="139bf3991ca47324" providerId="LiveId" clId="{ABE0A911-5BA5-4D41-B116-458700B76195}" dt="2021-06-05T08:45:34.927" v="2054" actId="26606"/>
          <ac:grpSpMkLst>
            <pc:docMk/>
            <pc:sldMk cId="180445862" sldId="256"/>
            <ac:grpSpMk id="36" creationId="{65EABBED-2B80-4B13-A7A8-1D34C4A02741}"/>
          </ac:grpSpMkLst>
        </pc:grpChg>
        <pc:picChg chg="add mod ord">
          <ac:chgData name="Tim Böckel" userId="139bf3991ca47324" providerId="LiveId" clId="{ABE0A911-5BA5-4D41-B116-458700B76195}" dt="2021-06-05T08:45:34.932" v="2055" actId="26606"/>
          <ac:picMkLst>
            <pc:docMk/>
            <pc:sldMk cId="180445862" sldId="256"/>
            <ac:picMk id="5" creationId="{5593695E-FAA8-49B8-A2CB-C3FEF5AA81D5}"/>
          </ac:picMkLst>
        </pc:picChg>
      </pc:sldChg>
      <pc:sldChg chg="modSp new del mod">
        <pc:chgData name="Tim Böckel" userId="139bf3991ca47324" providerId="LiveId" clId="{ABE0A911-5BA5-4D41-B116-458700B76195}" dt="2021-05-27T13:15:47.137" v="473" actId="47"/>
        <pc:sldMkLst>
          <pc:docMk/>
          <pc:sldMk cId="1978413911" sldId="257"/>
        </pc:sldMkLst>
        <pc:spChg chg="mod">
          <ac:chgData name="Tim Böckel" userId="139bf3991ca47324" providerId="LiveId" clId="{ABE0A911-5BA5-4D41-B116-458700B76195}" dt="2021-05-25T11:26:09.705" v="64" actId="122"/>
          <ac:spMkLst>
            <pc:docMk/>
            <pc:sldMk cId="1978413911" sldId="257"/>
            <ac:spMk id="2" creationId="{4554FD1F-9993-4398-B8CA-297CCA0C994A}"/>
          </ac:spMkLst>
        </pc:spChg>
        <pc:spChg chg="mod">
          <ac:chgData name="Tim Böckel" userId="139bf3991ca47324" providerId="LiveId" clId="{ABE0A911-5BA5-4D41-B116-458700B76195}" dt="2021-05-25T11:26:11.554" v="65" actId="5793"/>
          <ac:spMkLst>
            <pc:docMk/>
            <pc:sldMk cId="1978413911" sldId="257"/>
            <ac:spMk id="3" creationId="{1E3AEF2A-2088-4CD1-90B7-47C4CE8DE10A}"/>
          </ac:spMkLst>
        </pc:spChg>
      </pc:sldChg>
      <pc:sldChg chg="addSp delSp modSp new mod setBg">
        <pc:chgData name="Tim Böckel" userId="139bf3991ca47324" providerId="LiveId" clId="{ABE0A911-5BA5-4D41-B116-458700B76195}" dt="2021-06-05T08:59:19.983" v="2194" actId="122"/>
        <pc:sldMkLst>
          <pc:docMk/>
          <pc:sldMk cId="4196420704" sldId="258"/>
        </pc:sldMkLst>
        <pc:spChg chg="mod">
          <ac:chgData name="Tim Böckel" userId="139bf3991ca47324" providerId="LiveId" clId="{ABE0A911-5BA5-4D41-B116-458700B76195}" dt="2021-06-05T08:59:19.983" v="2194" actId="122"/>
          <ac:spMkLst>
            <pc:docMk/>
            <pc:sldMk cId="4196420704" sldId="258"/>
            <ac:spMk id="2" creationId="{DA3D8671-380D-4C62-ACED-8BA6E69CD227}"/>
          </ac:spMkLst>
        </pc:spChg>
        <pc:spChg chg="mod">
          <ac:chgData name="Tim Böckel" userId="139bf3991ca47324" providerId="LiveId" clId="{ABE0A911-5BA5-4D41-B116-458700B76195}" dt="2021-06-05T08:59:12.535" v="2178" actId="20577"/>
          <ac:spMkLst>
            <pc:docMk/>
            <pc:sldMk cId="4196420704" sldId="258"/>
            <ac:spMk id="3" creationId="{317B21FB-06EE-4DD0-B1D3-931E3C3A24F9}"/>
          </ac:spMkLst>
        </pc:spChg>
        <pc:spChg chg="add del">
          <ac:chgData name="Tim Böckel" userId="139bf3991ca47324" providerId="LiveId" clId="{ABE0A911-5BA5-4D41-B116-458700B76195}" dt="2021-06-05T08:58:56.200" v="2172" actId="26606"/>
          <ac:spMkLst>
            <pc:docMk/>
            <pc:sldMk cId="4196420704" sldId="258"/>
            <ac:spMk id="10" creationId="{04812C46-200A-4DEB-A05E-3ED6C68C2387}"/>
          </ac:spMkLst>
        </pc:spChg>
        <pc:spChg chg="add del">
          <ac:chgData name="Tim Böckel" userId="139bf3991ca47324" providerId="LiveId" clId="{ABE0A911-5BA5-4D41-B116-458700B76195}" dt="2021-06-05T08:58:56.200" v="2172" actId="26606"/>
          <ac:spMkLst>
            <pc:docMk/>
            <pc:sldMk cId="4196420704" sldId="258"/>
            <ac:spMk id="12" creationId="{D1EA859B-E555-4109-94F3-6700E046E008}"/>
          </ac:spMkLst>
        </pc:spChg>
        <pc:spChg chg="add">
          <ac:chgData name="Tim Böckel" userId="139bf3991ca47324" providerId="LiveId" clId="{ABE0A911-5BA5-4D41-B116-458700B76195}" dt="2021-06-05T08:58:56.203" v="2173" actId="26606"/>
          <ac:spMkLst>
            <pc:docMk/>
            <pc:sldMk cId="4196420704" sldId="258"/>
            <ac:spMk id="14" creationId="{D19BB8BE-1351-4D9B-B761-F84A0B5B6519}"/>
          </ac:spMkLst>
        </pc:spChg>
        <pc:picChg chg="add mod ord">
          <ac:chgData name="Tim Böckel" userId="139bf3991ca47324" providerId="LiveId" clId="{ABE0A911-5BA5-4D41-B116-458700B76195}" dt="2021-06-05T08:58:56.203" v="2173" actId="26606"/>
          <ac:picMkLst>
            <pc:docMk/>
            <pc:sldMk cId="4196420704" sldId="258"/>
            <ac:picMk id="5" creationId="{190BED7C-F023-45A9-82E6-F21F1C5C664D}"/>
          </ac:picMkLst>
        </pc:picChg>
      </pc:sldChg>
      <pc:sldChg chg="addSp modSp new mod ord addCm delCm">
        <pc:chgData name="Tim Böckel" userId="139bf3991ca47324" providerId="LiveId" clId="{ABE0A911-5BA5-4D41-B116-458700B76195}" dt="2021-06-03T14:33:37.449" v="1800"/>
        <pc:sldMkLst>
          <pc:docMk/>
          <pc:sldMk cId="989028442" sldId="259"/>
        </pc:sldMkLst>
        <pc:spChg chg="mod">
          <ac:chgData name="Tim Böckel" userId="139bf3991ca47324" providerId="LiveId" clId="{ABE0A911-5BA5-4D41-B116-458700B76195}" dt="2021-05-25T11:27:20.552" v="107" actId="122"/>
          <ac:spMkLst>
            <pc:docMk/>
            <pc:sldMk cId="989028442" sldId="259"/>
            <ac:spMk id="2" creationId="{7A192B9F-EBFA-4972-A930-6BB6E58FFF3D}"/>
          </ac:spMkLst>
        </pc:spChg>
        <pc:spChg chg="mod">
          <ac:chgData name="Tim Böckel" userId="139bf3991ca47324" providerId="LiveId" clId="{ABE0A911-5BA5-4D41-B116-458700B76195}" dt="2021-05-27T13:50:28.949" v="1362" actId="14100"/>
          <ac:spMkLst>
            <pc:docMk/>
            <pc:sldMk cId="989028442" sldId="259"/>
            <ac:spMk id="3" creationId="{68AF4279-EE49-4CBE-A19A-AA481D02B38D}"/>
          </ac:spMkLst>
        </pc:spChg>
        <pc:spChg chg="add mod">
          <ac:chgData name="Tim Böckel" userId="139bf3991ca47324" providerId="LiveId" clId="{ABE0A911-5BA5-4D41-B116-458700B76195}" dt="2021-05-27T13:50:39.831" v="1371" actId="14100"/>
          <ac:spMkLst>
            <pc:docMk/>
            <pc:sldMk cId="989028442" sldId="259"/>
            <ac:spMk id="4" creationId="{EAF14A32-A629-45EB-9B55-508FBB5D14D7}"/>
          </ac:spMkLst>
        </pc:spChg>
      </pc:sldChg>
      <pc:sldChg chg="addSp delSp modSp new mod ord addCm delCm">
        <pc:chgData name="Tim Böckel" userId="139bf3991ca47324" providerId="LiveId" clId="{ABE0A911-5BA5-4D41-B116-458700B76195}" dt="2021-06-05T08:58:02.374" v="2169" actId="20577"/>
        <pc:sldMkLst>
          <pc:docMk/>
          <pc:sldMk cId="1568136836" sldId="260"/>
        </pc:sldMkLst>
        <pc:spChg chg="mod">
          <ac:chgData name="Tim Böckel" userId="139bf3991ca47324" providerId="LiveId" clId="{ABE0A911-5BA5-4D41-B116-458700B76195}" dt="2021-06-05T08:58:02.374" v="2169" actId="20577"/>
          <ac:spMkLst>
            <pc:docMk/>
            <pc:sldMk cId="1568136836" sldId="260"/>
            <ac:spMk id="2" creationId="{65D31581-0A1D-44E2-8969-5266A43E44E7}"/>
          </ac:spMkLst>
        </pc:spChg>
        <pc:spChg chg="mod">
          <ac:chgData name="Tim Böckel" userId="139bf3991ca47324" providerId="LiveId" clId="{ABE0A911-5BA5-4D41-B116-458700B76195}" dt="2021-05-25T11:35:41.363" v="265" actId="404"/>
          <ac:spMkLst>
            <pc:docMk/>
            <pc:sldMk cId="1568136836" sldId="260"/>
            <ac:spMk id="3" creationId="{E9DFB572-5726-494D-B4E9-C08E778FF1D7}"/>
          </ac:spMkLst>
        </pc:spChg>
        <pc:spChg chg="add mod">
          <ac:chgData name="Tim Böckel" userId="139bf3991ca47324" providerId="LiveId" clId="{ABE0A911-5BA5-4D41-B116-458700B76195}" dt="2021-05-25T11:38:41.629" v="365" actId="1076"/>
          <ac:spMkLst>
            <pc:docMk/>
            <pc:sldMk cId="1568136836" sldId="260"/>
            <ac:spMk id="4" creationId="{15761435-7B46-4F4C-99B7-50E2A2382EF1}"/>
          </ac:spMkLst>
        </pc:spChg>
        <pc:spChg chg="add mod">
          <ac:chgData name="Tim Böckel" userId="139bf3991ca47324" providerId="LiveId" clId="{ABE0A911-5BA5-4D41-B116-458700B76195}" dt="2021-05-25T11:37:12.782" v="324" actId="20577"/>
          <ac:spMkLst>
            <pc:docMk/>
            <pc:sldMk cId="1568136836" sldId="260"/>
            <ac:spMk id="5" creationId="{FBEC26AE-4D9A-4F25-918F-869194E24866}"/>
          </ac:spMkLst>
        </pc:spChg>
        <pc:spChg chg="add del mod">
          <ac:chgData name="Tim Böckel" userId="139bf3991ca47324" providerId="LiveId" clId="{ABE0A911-5BA5-4D41-B116-458700B76195}" dt="2021-05-25T11:37:35.427" v="327" actId="767"/>
          <ac:spMkLst>
            <pc:docMk/>
            <pc:sldMk cId="1568136836" sldId="260"/>
            <ac:spMk id="6" creationId="{793DE825-C1D9-44CA-99F6-791EF6367993}"/>
          </ac:spMkLst>
        </pc:spChg>
        <pc:spChg chg="add del mod">
          <ac:chgData name="Tim Böckel" userId="139bf3991ca47324" providerId="LiveId" clId="{ABE0A911-5BA5-4D41-B116-458700B76195}" dt="2021-05-25T11:37:44.691" v="332"/>
          <ac:spMkLst>
            <pc:docMk/>
            <pc:sldMk cId="1568136836" sldId="260"/>
            <ac:spMk id="7" creationId="{376BCC8F-2F6C-41BA-AC52-F0F5BB144804}"/>
          </ac:spMkLst>
        </pc:spChg>
        <pc:spChg chg="add mod">
          <ac:chgData name="Tim Böckel" userId="139bf3991ca47324" providerId="LiveId" clId="{ABE0A911-5BA5-4D41-B116-458700B76195}" dt="2021-05-25T11:38:38.935" v="364" actId="1076"/>
          <ac:spMkLst>
            <pc:docMk/>
            <pc:sldMk cId="1568136836" sldId="260"/>
            <ac:spMk id="8" creationId="{2ECB29DF-0B3F-4F62-B68A-609B5828D661}"/>
          </ac:spMkLst>
        </pc:spChg>
      </pc:sldChg>
      <pc:sldChg chg="modSp new del mod">
        <pc:chgData name="Tim Böckel" userId="139bf3991ca47324" providerId="LiveId" clId="{ABE0A911-5BA5-4D41-B116-458700B76195}" dt="2021-05-25T11:31:46.874" v="152" actId="2696"/>
        <pc:sldMkLst>
          <pc:docMk/>
          <pc:sldMk cId="1952936077" sldId="260"/>
        </pc:sldMkLst>
        <pc:spChg chg="mod">
          <ac:chgData name="Tim Böckel" userId="139bf3991ca47324" providerId="LiveId" clId="{ABE0A911-5BA5-4D41-B116-458700B76195}" dt="2021-05-25T11:30:51.990" v="150" actId="20577"/>
          <ac:spMkLst>
            <pc:docMk/>
            <pc:sldMk cId="1952936077" sldId="260"/>
            <ac:spMk id="2" creationId="{8B683154-5FA5-4C69-A2FB-49746E6C8012}"/>
          </ac:spMkLst>
        </pc:spChg>
        <pc:spChg chg="mod">
          <ac:chgData name="Tim Böckel" userId="139bf3991ca47324" providerId="LiveId" clId="{ABE0A911-5BA5-4D41-B116-458700B76195}" dt="2021-05-25T11:30:53.538" v="151" actId="5793"/>
          <ac:spMkLst>
            <pc:docMk/>
            <pc:sldMk cId="1952936077" sldId="260"/>
            <ac:spMk id="3" creationId="{2C97FAD5-6536-4044-8086-0981647BB6E6}"/>
          </ac:spMkLst>
        </pc:spChg>
      </pc:sldChg>
      <pc:sldChg chg="addSp delSp modSp new mod setBg">
        <pc:chgData name="Tim Böckel" userId="139bf3991ca47324" providerId="LiveId" clId="{ABE0A911-5BA5-4D41-B116-458700B76195}" dt="2021-06-05T08:57:45.565" v="2123" actId="14100"/>
        <pc:sldMkLst>
          <pc:docMk/>
          <pc:sldMk cId="1665137363" sldId="261"/>
        </pc:sldMkLst>
        <pc:spChg chg="mod">
          <ac:chgData name="Tim Böckel" userId="139bf3991ca47324" providerId="LiveId" clId="{ABE0A911-5BA5-4D41-B116-458700B76195}" dt="2021-06-05T08:57:28.495" v="2103" actId="26606"/>
          <ac:spMkLst>
            <pc:docMk/>
            <pc:sldMk cId="1665137363" sldId="261"/>
            <ac:spMk id="2" creationId="{FA12B39D-1DCF-4862-8C4D-ABBC433A2EF6}"/>
          </ac:spMkLst>
        </pc:spChg>
        <pc:spChg chg="mod">
          <ac:chgData name="Tim Böckel" userId="139bf3991ca47324" providerId="LiveId" clId="{ABE0A911-5BA5-4D41-B116-458700B76195}" dt="2021-06-05T08:57:28.495" v="2103" actId="26606"/>
          <ac:spMkLst>
            <pc:docMk/>
            <pc:sldMk cId="1665137363" sldId="261"/>
            <ac:spMk id="3" creationId="{B752ADDD-2B26-4BB0-AC45-5A3D985C19CF}"/>
          </ac:spMkLst>
        </pc:spChg>
        <pc:spChg chg="add mod">
          <ac:chgData name="Tim Böckel" userId="139bf3991ca47324" providerId="LiveId" clId="{ABE0A911-5BA5-4D41-B116-458700B76195}" dt="2021-06-05T08:57:45.565" v="2123" actId="14100"/>
          <ac:spMkLst>
            <pc:docMk/>
            <pc:sldMk cId="1665137363" sldId="261"/>
            <ac:spMk id="6" creationId="{10997452-4696-4E3D-B00A-8488F51132DE}"/>
          </ac:spMkLst>
        </pc:spChg>
        <pc:spChg chg="add del">
          <ac:chgData name="Tim Böckel" userId="139bf3991ca47324" providerId="LiveId" clId="{ABE0A911-5BA5-4D41-B116-458700B76195}" dt="2021-06-05T08:57:28.491" v="2102" actId="26606"/>
          <ac:spMkLst>
            <pc:docMk/>
            <pc:sldMk cId="1665137363" sldId="261"/>
            <ac:spMk id="10" creationId="{04812C46-200A-4DEB-A05E-3ED6C68C2387}"/>
          </ac:spMkLst>
        </pc:spChg>
        <pc:spChg chg="add del">
          <ac:chgData name="Tim Böckel" userId="139bf3991ca47324" providerId="LiveId" clId="{ABE0A911-5BA5-4D41-B116-458700B76195}" dt="2021-06-05T08:57:28.491" v="2102" actId="26606"/>
          <ac:spMkLst>
            <pc:docMk/>
            <pc:sldMk cId="1665137363" sldId="261"/>
            <ac:spMk id="12" creationId="{D1EA859B-E555-4109-94F3-6700E046E008}"/>
          </ac:spMkLst>
        </pc:spChg>
        <pc:spChg chg="add">
          <ac:chgData name="Tim Böckel" userId="139bf3991ca47324" providerId="LiveId" clId="{ABE0A911-5BA5-4D41-B116-458700B76195}" dt="2021-06-05T08:57:28.495" v="2103" actId="26606"/>
          <ac:spMkLst>
            <pc:docMk/>
            <pc:sldMk cId="1665137363" sldId="261"/>
            <ac:spMk id="14" creationId="{D19BB8BE-1351-4D9B-B761-F84A0B5B6519}"/>
          </ac:spMkLst>
        </pc:spChg>
        <pc:picChg chg="add mod ord">
          <ac:chgData name="Tim Böckel" userId="139bf3991ca47324" providerId="LiveId" clId="{ABE0A911-5BA5-4D41-B116-458700B76195}" dt="2021-06-05T08:57:28.495" v="2103" actId="26606"/>
          <ac:picMkLst>
            <pc:docMk/>
            <pc:sldMk cId="1665137363" sldId="261"/>
            <ac:picMk id="5" creationId="{2A210FEA-70EE-432E-9791-E09D0B587493}"/>
          </ac:picMkLst>
        </pc:picChg>
      </pc:sldChg>
      <pc:sldChg chg="addSp delSp modSp new mod setBg addCm">
        <pc:chgData name="Tim Böckel" userId="139bf3991ca47324" providerId="LiveId" clId="{ABE0A911-5BA5-4D41-B116-458700B76195}" dt="2021-06-05T08:55:31.064" v="2097" actId="14100"/>
        <pc:sldMkLst>
          <pc:docMk/>
          <pc:sldMk cId="3884062741" sldId="262"/>
        </pc:sldMkLst>
        <pc:spChg chg="mod">
          <ac:chgData name="Tim Böckel" userId="139bf3991ca47324" providerId="LiveId" clId="{ABE0A911-5BA5-4D41-B116-458700B76195}" dt="2021-06-05T08:55:14.820" v="2086" actId="26606"/>
          <ac:spMkLst>
            <pc:docMk/>
            <pc:sldMk cId="3884062741" sldId="262"/>
            <ac:spMk id="2" creationId="{6785D4A5-B972-43CC-BD41-52A866229F36}"/>
          </ac:spMkLst>
        </pc:spChg>
        <pc:spChg chg="mod ord">
          <ac:chgData name="Tim Böckel" userId="139bf3991ca47324" providerId="LiveId" clId="{ABE0A911-5BA5-4D41-B116-458700B76195}" dt="2021-06-05T08:55:14.820" v="2086" actId="26606"/>
          <ac:spMkLst>
            <pc:docMk/>
            <pc:sldMk cId="3884062741" sldId="262"/>
            <ac:spMk id="3" creationId="{6610B3B9-FEB1-4A6D-A35C-2BBE1077D41E}"/>
          </ac:spMkLst>
        </pc:spChg>
        <pc:spChg chg="add mod">
          <ac:chgData name="Tim Böckel" userId="139bf3991ca47324" providerId="LiveId" clId="{ABE0A911-5BA5-4D41-B116-458700B76195}" dt="2021-06-05T08:55:31.064" v="2097" actId="14100"/>
          <ac:spMkLst>
            <pc:docMk/>
            <pc:sldMk cId="3884062741" sldId="262"/>
            <ac:spMk id="6" creationId="{60506E7C-0D8A-4387-88CB-5F161EBC6FAF}"/>
          </ac:spMkLst>
        </pc:spChg>
        <pc:spChg chg="add del">
          <ac:chgData name="Tim Böckel" userId="139bf3991ca47324" providerId="LiveId" clId="{ABE0A911-5BA5-4D41-B116-458700B76195}" dt="2021-06-05T08:55:04.283" v="2083" actId="26606"/>
          <ac:spMkLst>
            <pc:docMk/>
            <pc:sldMk cId="3884062741" sldId="262"/>
            <ac:spMk id="7" creationId="{DBC6133C-0615-4CE4-9132-37E609A9BDFA}"/>
          </ac:spMkLst>
        </pc:spChg>
        <pc:spChg chg="add del">
          <ac:chgData name="Tim Böckel" userId="139bf3991ca47324" providerId="LiveId" clId="{ABE0A911-5BA5-4D41-B116-458700B76195}" dt="2021-06-05T08:55:04.283" v="2083" actId="26606"/>
          <ac:spMkLst>
            <pc:docMk/>
            <pc:sldMk cId="3884062741" sldId="262"/>
            <ac:spMk id="8" creationId="{169CC832-2974-4E8D-90ED-3E2941BA7336}"/>
          </ac:spMkLst>
        </pc:spChg>
        <pc:spChg chg="add del">
          <ac:chgData name="Tim Böckel" userId="139bf3991ca47324" providerId="LiveId" clId="{ABE0A911-5BA5-4D41-B116-458700B76195}" dt="2021-06-05T08:55:01.827" v="2079" actId="26606"/>
          <ac:spMkLst>
            <pc:docMk/>
            <pc:sldMk cId="3884062741" sldId="262"/>
            <ac:spMk id="10" creationId="{46F7435D-E3DB-47B1-BA61-B00ACC83A9DE}"/>
          </ac:spMkLst>
        </pc:spChg>
        <pc:spChg chg="add del">
          <ac:chgData name="Tim Böckel" userId="139bf3991ca47324" providerId="LiveId" clId="{ABE0A911-5BA5-4D41-B116-458700B76195}" dt="2021-06-05T08:55:01.827" v="2079" actId="26606"/>
          <ac:spMkLst>
            <pc:docMk/>
            <pc:sldMk cId="3884062741" sldId="262"/>
            <ac:spMk id="12" creationId="{F263A0B5-F8C4-4116-809F-78A768EA79A6}"/>
          </ac:spMkLst>
        </pc:spChg>
        <pc:spChg chg="add del">
          <ac:chgData name="Tim Böckel" userId="139bf3991ca47324" providerId="LiveId" clId="{ABE0A911-5BA5-4D41-B116-458700B76195}" dt="2021-06-05T08:55:04.283" v="2083" actId="26606"/>
          <ac:spMkLst>
            <pc:docMk/>
            <pc:sldMk cId="3884062741" sldId="262"/>
            <ac:spMk id="14" creationId="{55222F96-971A-4F90-B841-6BAB416C7AC1}"/>
          </ac:spMkLst>
        </pc:spChg>
        <pc:spChg chg="add del">
          <ac:chgData name="Tim Böckel" userId="139bf3991ca47324" providerId="LiveId" clId="{ABE0A911-5BA5-4D41-B116-458700B76195}" dt="2021-06-05T08:55:04.283" v="2083" actId="26606"/>
          <ac:spMkLst>
            <pc:docMk/>
            <pc:sldMk cId="3884062741" sldId="262"/>
            <ac:spMk id="16" creationId="{08980754-6F4B-43C9-B9BE-127B6BED6586}"/>
          </ac:spMkLst>
        </pc:spChg>
        <pc:spChg chg="add del">
          <ac:chgData name="Tim Böckel" userId="139bf3991ca47324" providerId="LiveId" clId="{ABE0A911-5BA5-4D41-B116-458700B76195}" dt="2021-06-05T08:55:04.283" v="2083" actId="26606"/>
          <ac:spMkLst>
            <pc:docMk/>
            <pc:sldMk cId="3884062741" sldId="262"/>
            <ac:spMk id="18" creationId="{2C1BBA94-3F40-40AA-8BB9-E69E25E537C1}"/>
          </ac:spMkLst>
        </pc:spChg>
        <pc:spChg chg="add del">
          <ac:chgData name="Tim Böckel" userId="139bf3991ca47324" providerId="LiveId" clId="{ABE0A911-5BA5-4D41-B116-458700B76195}" dt="2021-06-05T08:55:14.817" v="2085" actId="26606"/>
          <ac:spMkLst>
            <pc:docMk/>
            <pc:sldMk cId="3884062741" sldId="262"/>
            <ac:spMk id="20" creationId="{131BAD53-4E89-4F62-BBB7-26359763ED39}"/>
          </ac:spMkLst>
        </pc:spChg>
        <pc:spChg chg="add del">
          <ac:chgData name="Tim Böckel" userId="139bf3991ca47324" providerId="LiveId" clId="{ABE0A911-5BA5-4D41-B116-458700B76195}" dt="2021-06-05T08:55:14.817" v="2085" actId="26606"/>
          <ac:spMkLst>
            <pc:docMk/>
            <pc:sldMk cId="3884062741" sldId="262"/>
            <ac:spMk id="21" creationId="{62756DA2-40EB-4C6F-B962-5822FFB54FB6}"/>
          </ac:spMkLst>
        </pc:spChg>
        <pc:spChg chg="add">
          <ac:chgData name="Tim Böckel" userId="139bf3991ca47324" providerId="LiveId" clId="{ABE0A911-5BA5-4D41-B116-458700B76195}" dt="2021-06-05T08:55:14.820" v="2086" actId="26606"/>
          <ac:spMkLst>
            <pc:docMk/>
            <pc:sldMk cId="3884062741" sldId="262"/>
            <ac:spMk id="23" creationId="{22587ECF-85E9-4393-9D87-8EB6F3F6C208}"/>
          </ac:spMkLst>
        </pc:spChg>
        <pc:picChg chg="add mod">
          <ac:chgData name="Tim Böckel" userId="139bf3991ca47324" providerId="LiveId" clId="{ABE0A911-5BA5-4D41-B116-458700B76195}" dt="2021-06-05T08:55:17.529" v="2087" actId="14100"/>
          <ac:picMkLst>
            <pc:docMk/>
            <pc:sldMk cId="3884062741" sldId="262"/>
            <ac:picMk id="5" creationId="{B6040C19-5775-4FBD-9565-74EF57154401}"/>
          </ac:picMkLst>
        </pc:picChg>
      </pc:sldChg>
      <pc:sldChg chg="modSp new mod">
        <pc:chgData name="Tim Böckel" userId="139bf3991ca47324" providerId="LiveId" clId="{ABE0A911-5BA5-4D41-B116-458700B76195}" dt="2021-05-27T13:54:25.904" v="1630" actId="5793"/>
        <pc:sldMkLst>
          <pc:docMk/>
          <pc:sldMk cId="3297084981" sldId="263"/>
        </pc:sldMkLst>
        <pc:spChg chg="mod">
          <ac:chgData name="Tim Böckel" userId="139bf3991ca47324" providerId="LiveId" clId="{ABE0A911-5BA5-4D41-B116-458700B76195}" dt="2021-05-27T13:53:11.755" v="1394" actId="20577"/>
          <ac:spMkLst>
            <pc:docMk/>
            <pc:sldMk cId="3297084981" sldId="263"/>
            <ac:spMk id="2" creationId="{7604E352-3A07-4751-A9BF-C6AD3376B599}"/>
          </ac:spMkLst>
        </pc:spChg>
        <pc:spChg chg="mod">
          <ac:chgData name="Tim Böckel" userId="139bf3991ca47324" providerId="LiveId" clId="{ABE0A911-5BA5-4D41-B116-458700B76195}" dt="2021-05-27T13:54:25.904" v="1630" actId="5793"/>
          <ac:spMkLst>
            <pc:docMk/>
            <pc:sldMk cId="3297084981" sldId="263"/>
            <ac:spMk id="3" creationId="{002C0816-74F8-4874-87EE-C808D5CB40D1}"/>
          </ac:spMkLst>
        </pc:spChg>
      </pc:sldChg>
      <pc:sldChg chg="addSp delSp modSp new mod addCm">
        <pc:chgData name="Tim Böckel" userId="139bf3991ca47324" providerId="LiveId" clId="{ABE0A911-5BA5-4D41-B116-458700B76195}" dt="2021-06-05T08:55:41.356" v="2098" actId="1076"/>
        <pc:sldMkLst>
          <pc:docMk/>
          <pc:sldMk cId="1054796877" sldId="264"/>
        </pc:sldMkLst>
        <pc:spChg chg="mod">
          <ac:chgData name="Tim Böckel" userId="139bf3991ca47324" providerId="LiveId" clId="{ABE0A911-5BA5-4D41-B116-458700B76195}" dt="2021-06-03T13:52:57.828" v="1668" actId="122"/>
          <ac:spMkLst>
            <pc:docMk/>
            <pc:sldMk cId="1054796877" sldId="264"/>
            <ac:spMk id="2" creationId="{6879D8D2-07EF-416C-A247-81F1C89A4FAF}"/>
          </ac:spMkLst>
        </pc:spChg>
        <pc:spChg chg="del">
          <ac:chgData name="Tim Böckel" userId="139bf3991ca47324" providerId="LiveId" clId="{ABE0A911-5BA5-4D41-B116-458700B76195}" dt="2021-06-03T13:52:59.504" v="1669" actId="478"/>
          <ac:spMkLst>
            <pc:docMk/>
            <pc:sldMk cId="1054796877" sldId="264"/>
            <ac:spMk id="3" creationId="{DA572E6C-153B-4B7D-A1A7-C2F9A4480CA6}"/>
          </ac:spMkLst>
        </pc:spChg>
        <pc:spChg chg="add mod">
          <ac:chgData name="Tim Böckel" userId="139bf3991ca47324" providerId="LiveId" clId="{ABE0A911-5BA5-4D41-B116-458700B76195}" dt="2021-06-05T08:55:41.356" v="2098" actId="1076"/>
          <ac:spMkLst>
            <pc:docMk/>
            <pc:sldMk cId="1054796877" sldId="264"/>
            <ac:spMk id="4" creationId="{F2778520-16A5-442E-8B6F-13AB50F62432}"/>
          </ac:spMkLst>
        </pc:spChg>
        <pc:picChg chg="add mod">
          <ac:chgData name="Tim Böckel" userId="139bf3991ca47324" providerId="LiveId" clId="{ABE0A911-5BA5-4D41-B116-458700B76195}" dt="2021-06-03T13:54:17.657" v="1691" actId="1076"/>
          <ac:picMkLst>
            <pc:docMk/>
            <pc:sldMk cId="1054796877" sldId="264"/>
            <ac:picMk id="6" creationId="{DFBA434E-0D0C-492E-84F2-A7F34BA165A3}"/>
          </ac:picMkLst>
        </pc:picChg>
        <pc:picChg chg="add del">
          <ac:chgData name="Tim Böckel" userId="139bf3991ca47324" providerId="LiveId" clId="{ABE0A911-5BA5-4D41-B116-458700B76195}" dt="2021-06-03T13:54:37.478" v="1693" actId="22"/>
          <ac:picMkLst>
            <pc:docMk/>
            <pc:sldMk cId="1054796877" sldId="264"/>
            <ac:picMk id="8" creationId="{5C0D3306-9DBC-4A14-8B82-2C83EC1D2CFF}"/>
          </ac:picMkLst>
        </pc:picChg>
      </pc:sldChg>
      <pc:sldChg chg="addSp delSp modSp new mod">
        <pc:chgData name="Tim Böckel" userId="139bf3991ca47324" providerId="LiveId" clId="{ABE0A911-5BA5-4D41-B116-458700B76195}" dt="2021-06-05T08:55:46.863" v="2099"/>
        <pc:sldMkLst>
          <pc:docMk/>
          <pc:sldMk cId="979458214" sldId="265"/>
        </pc:sldMkLst>
        <pc:spChg chg="mod">
          <ac:chgData name="Tim Böckel" userId="139bf3991ca47324" providerId="LiveId" clId="{ABE0A911-5BA5-4D41-B116-458700B76195}" dt="2021-06-03T13:59:24.486" v="1739" actId="122"/>
          <ac:spMkLst>
            <pc:docMk/>
            <pc:sldMk cId="979458214" sldId="265"/>
            <ac:spMk id="2" creationId="{558E8795-993C-4B30-AC29-47D69707DE28}"/>
          </ac:spMkLst>
        </pc:spChg>
        <pc:spChg chg="del">
          <ac:chgData name="Tim Böckel" userId="139bf3991ca47324" providerId="LiveId" clId="{ABE0A911-5BA5-4D41-B116-458700B76195}" dt="2021-06-03T13:59:26.025" v="1740" actId="478"/>
          <ac:spMkLst>
            <pc:docMk/>
            <pc:sldMk cId="979458214" sldId="265"/>
            <ac:spMk id="3" creationId="{673A5FFB-AA1D-4A60-AF91-0F987DF5ABB8}"/>
          </ac:spMkLst>
        </pc:spChg>
        <pc:spChg chg="add mod">
          <ac:chgData name="Tim Böckel" userId="139bf3991ca47324" providerId="LiveId" clId="{ABE0A911-5BA5-4D41-B116-458700B76195}" dt="2021-06-05T08:55:46.863" v="2099"/>
          <ac:spMkLst>
            <pc:docMk/>
            <pc:sldMk cId="979458214" sldId="265"/>
            <ac:spMk id="4" creationId="{F20ECE82-4680-45C4-8768-DFC0CDF03884}"/>
          </ac:spMkLst>
        </pc:spChg>
        <pc:picChg chg="add mod">
          <ac:chgData name="Tim Böckel" userId="139bf3991ca47324" providerId="LiveId" clId="{ABE0A911-5BA5-4D41-B116-458700B76195}" dt="2021-06-03T14:00:09.117" v="1743" actId="1076"/>
          <ac:picMkLst>
            <pc:docMk/>
            <pc:sldMk cId="979458214" sldId="265"/>
            <ac:picMk id="5" creationId="{406F8EC9-3B1B-4E95-AB6B-BF3A21CCA041}"/>
          </ac:picMkLst>
        </pc:picChg>
      </pc:sldChg>
      <pc:sldChg chg="modSp new mod">
        <pc:chgData name="Tim Böckel" userId="139bf3991ca47324" providerId="LiveId" clId="{ABE0A911-5BA5-4D41-B116-458700B76195}" dt="2021-06-05T08:41:45.339" v="2015" actId="20577"/>
        <pc:sldMkLst>
          <pc:docMk/>
          <pc:sldMk cId="1415600349" sldId="266"/>
        </pc:sldMkLst>
        <pc:spChg chg="mod">
          <ac:chgData name="Tim Böckel" userId="139bf3991ca47324" providerId="LiveId" clId="{ABE0A911-5BA5-4D41-B116-458700B76195}" dt="2021-06-05T08:41:45.339" v="2015" actId="20577"/>
          <ac:spMkLst>
            <pc:docMk/>
            <pc:sldMk cId="1415600349" sldId="266"/>
            <ac:spMk id="2" creationId="{4E0C1A1D-0B32-4413-A987-5A56E474FFD0}"/>
          </ac:spMkLst>
        </pc:spChg>
        <pc:spChg chg="mod">
          <ac:chgData name="Tim Böckel" userId="139bf3991ca47324" providerId="LiveId" clId="{ABE0A911-5BA5-4D41-B116-458700B76195}" dt="2021-06-03T14:00:49.425" v="1797" actId="5793"/>
          <ac:spMkLst>
            <pc:docMk/>
            <pc:sldMk cId="1415600349" sldId="266"/>
            <ac:spMk id="3" creationId="{B6F78F79-6D97-4796-86E5-DA5B9B04947D}"/>
          </ac:spMkLst>
        </pc:spChg>
      </pc:sldChg>
      <pc:sldChg chg="addSp delSp modSp new mod ord setBg addCm delCm">
        <pc:chgData name="Tim Böckel" userId="139bf3991ca47324" providerId="LiveId" clId="{ABE0A911-5BA5-4D41-B116-458700B76195}" dt="2021-06-05T08:42:58.059" v="2034" actId="1076"/>
        <pc:sldMkLst>
          <pc:docMk/>
          <pc:sldMk cId="4153221817" sldId="267"/>
        </pc:sldMkLst>
        <pc:spChg chg="mod">
          <ac:chgData name="Tim Böckel" userId="139bf3991ca47324" providerId="LiveId" clId="{ABE0A911-5BA5-4D41-B116-458700B76195}" dt="2021-06-05T08:42:58.059" v="2034" actId="1076"/>
          <ac:spMkLst>
            <pc:docMk/>
            <pc:sldMk cId="4153221817" sldId="267"/>
            <ac:spMk id="2" creationId="{72B91607-EDD2-4B4C-872C-E119B0F85B47}"/>
          </ac:spMkLst>
        </pc:spChg>
        <pc:spChg chg="del mod">
          <ac:chgData name="Tim Böckel" userId="139bf3991ca47324" providerId="LiveId" clId="{ABE0A911-5BA5-4D41-B116-458700B76195}" dt="2021-06-05T08:33:04.526" v="1935" actId="478"/>
          <ac:spMkLst>
            <pc:docMk/>
            <pc:sldMk cId="4153221817" sldId="267"/>
            <ac:spMk id="3" creationId="{712F52BB-A7B2-4D1C-8F08-3EBCFEC0EBF9}"/>
          </ac:spMkLst>
        </pc:spChg>
        <pc:spChg chg="add del mod ord">
          <ac:chgData name="Tim Böckel" userId="139bf3991ca47324" providerId="LiveId" clId="{ABE0A911-5BA5-4D41-B116-458700B76195}" dt="2021-06-05T08:37:57.501" v="1989"/>
          <ac:spMkLst>
            <pc:docMk/>
            <pc:sldMk cId="4153221817" sldId="267"/>
            <ac:spMk id="6" creationId="{D5EBFD6D-01F9-4D05-8D9C-E9837CF64423}"/>
          </ac:spMkLst>
        </pc:spChg>
        <pc:spChg chg="add mod ord">
          <ac:chgData name="Tim Böckel" userId="139bf3991ca47324" providerId="LiveId" clId="{ABE0A911-5BA5-4D41-B116-458700B76195}" dt="2021-06-05T08:42:53.501" v="2033" actId="790"/>
          <ac:spMkLst>
            <pc:docMk/>
            <pc:sldMk cId="4153221817" sldId="267"/>
            <ac:spMk id="9" creationId="{245E1114-0D50-4F21-9E82-2A8FEE02D909}"/>
          </ac:spMkLst>
        </pc:spChg>
        <pc:spChg chg="add del">
          <ac:chgData name="Tim Böckel" userId="139bf3991ca47324" providerId="LiveId" clId="{ABE0A911-5BA5-4D41-B116-458700B76195}" dt="2021-06-05T08:42:06.931" v="2016" actId="26606"/>
          <ac:spMkLst>
            <pc:docMk/>
            <pc:sldMk cId="4153221817" sldId="267"/>
            <ac:spMk id="10" creationId="{665DBBEF-238B-476B-96AB-8AAC3224ECEA}"/>
          </ac:spMkLst>
        </pc:spChg>
        <pc:spChg chg="add del">
          <ac:chgData name="Tim Böckel" userId="139bf3991ca47324" providerId="LiveId" clId="{ABE0A911-5BA5-4D41-B116-458700B76195}" dt="2021-06-05T08:42:06.931" v="2016" actId="26606"/>
          <ac:spMkLst>
            <pc:docMk/>
            <pc:sldMk cId="4153221817" sldId="267"/>
            <ac:spMk id="11" creationId="{3FCFB1DE-0B7E-48CC-BA90-B2AB0889F9D6}"/>
          </ac:spMkLst>
        </pc:spChg>
        <pc:spChg chg="add del">
          <ac:chgData name="Tim Böckel" userId="139bf3991ca47324" providerId="LiveId" clId="{ABE0A911-5BA5-4D41-B116-458700B76195}" dt="2021-06-05T08:37:11.893" v="1979" actId="26606"/>
          <ac:spMkLst>
            <pc:docMk/>
            <pc:sldMk cId="4153221817" sldId="267"/>
            <ac:spMk id="13" creationId="{2B97F24A-32CE-4C1C-A50D-3016B394DCFB}"/>
          </ac:spMkLst>
        </pc:spChg>
        <pc:spChg chg="add">
          <ac:chgData name="Tim Böckel" userId="139bf3991ca47324" providerId="LiveId" clId="{ABE0A911-5BA5-4D41-B116-458700B76195}" dt="2021-06-05T08:42:06.931" v="2016" actId="26606"/>
          <ac:spMkLst>
            <pc:docMk/>
            <pc:sldMk cId="4153221817" sldId="267"/>
            <ac:spMk id="14" creationId="{72F84B47-E267-4194-8194-831DB7B5547F}"/>
          </ac:spMkLst>
        </pc:spChg>
        <pc:spChg chg="add del">
          <ac:chgData name="Tim Böckel" userId="139bf3991ca47324" providerId="LiveId" clId="{ABE0A911-5BA5-4D41-B116-458700B76195}" dt="2021-06-05T08:37:11.893" v="1979" actId="26606"/>
          <ac:spMkLst>
            <pc:docMk/>
            <pc:sldMk cId="4153221817" sldId="267"/>
            <ac:spMk id="15" creationId="{CD8B4F24-440B-49E9-B85D-733523DC064B}"/>
          </ac:spMkLst>
        </pc:spChg>
        <pc:spChg chg="add">
          <ac:chgData name="Tim Böckel" userId="139bf3991ca47324" providerId="LiveId" clId="{ABE0A911-5BA5-4D41-B116-458700B76195}" dt="2021-06-05T08:42:06.931" v="2016" actId="26606"/>
          <ac:spMkLst>
            <pc:docMk/>
            <pc:sldMk cId="4153221817" sldId="267"/>
            <ac:spMk id="16" creationId="{5E39A796-BE83-48B1-B33F-35C4A32AAB57}"/>
          </ac:spMkLst>
        </pc:spChg>
        <pc:spChg chg="add del">
          <ac:chgData name="Tim Böckel" userId="139bf3991ca47324" providerId="LiveId" clId="{ABE0A911-5BA5-4D41-B116-458700B76195}" dt="2021-06-05T08:37:43.341" v="1985" actId="26606"/>
          <ac:spMkLst>
            <pc:docMk/>
            <pc:sldMk cId="4153221817" sldId="267"/>
            <ac:spMk id="17" creationId="{5E39A796-BE83-48B1-B33F-35C4A32AAB57}"/>
          </ac:spMkLst>
        </pc:spChg>
        <pc:spChg chg="add del">
          <ac:chgData name="Tim Böckel" userId="139bf3991ca47324" providerId="LiveId" clId="{ABE0A911-5BA5-4D41-B116-458700B76195}" dt="2021-06-05T08:37:43.341" v="1985" actId="26606"/>
          <ac:spMkLst>
            <pc:docMk/>
            <pc:sldMk cId="4153221817" sldId="267"/>
            <ac:spMk id="18" creationId="{72F84B47-E267-4194-8194-831DB7B5547F}"/>
          </ac:spMkLst>
        </pc:spChg>
        <pc:picChg chg="add del mod">
          <ac:chgData name="Tim Böckel" userId="139bf3991ca47324" providerId="LiveId" clId="{ABE0A911-5BA5-4D41-B116-458700B76195}" dt="2021-06-05T08:36:10.807" v="1968" actId="478"/>
          <ac:picMkLst>
            <pc:docMk/>
            <pc:sldMk cId="4153221817" sldId="267"/>
            <ac:picMk id="5" creationId="{99869656-0F04-4671-9A5D-67D3D490A990}"/>
          </ac:picMkLst>
        </pc:picChg>
        <pc:picChg chg="add mod ord">
          <ac:chgData name="Tim Böckel" userId="139bf3991ca47324" providerId="LiveId" clId="{ABE0A911-5BA5-4D41-B116-458700B76195}" dt="2021-06-05T08:42:06.931" v="2016" actId="26606"/>
          <ac:picMkLst>
            <pc:docMk/>
            <pc:sldMk cId="4153221817" sldId="267"/>
            <ac:picMk id="8" creationId="{71345C35-956C-44B6-93CE-A7F14FA6BDB7}"/>
          </ac:picMkLst>
        </pc:picChg>
      </pc:sldChg>
    </pc:docChg>
  </pc:docChgLst>
  <pc:docChgLst>
    <pc:chgData name="Tim Böckel" userId="139bf3991ca47324" providerId="LiveId" clId="{F23E6AC7-6F80-426C-8EA5-4E59630F2B8F}"/>
    <pc:docChg chg="undo custSel addSld delSld modSld">
      <pc:chgData name="Tim Böckel" userId="139bf3991ca47324" providerId="LiveId" clId="{F23E6AC7-6F80-426C-8EA5-4E59630F2B8F}" dt="2021-06-07T08:18:39.302" v="1046" actId="20577"/>
      <pc:docMkLst>
        <pc:docMk/>
      </pc:docMkLst>
      <pc:sldChg chg="delSp mod">
        <pc:chgData name="Tim Böckel" userId="139bf3991ca47324" providerId="LiveId" clId="{F23E6AC7-6F80-426C-8EA5-4E59630F2B8F}" dt="2021-06-06T14:18:19.961" v="511" actId="478"/>
        <pc:sldMkLst>
          <pc:docMk/>
          <pc:sldMk cId="180445862" sldId="256"/>
        </pc:sldMkLst>
        <pc:spChg chg="del">
          <ac:chgData name="Tim Böckel" userId="139bf3991ca47324" providerId="LiveId" clId="{F23E6AC7-6F80-426C-8EA5-4E59630F2B8F}" dt="2021-06-06T14:18:19.961" v="511" actId="478"/>
          <ac:spMkLst>
            <pc:docMk/>
            <pc:sldMk cId="180445862" sldId="256"/>
            <ac:spMk id="6" creationId="{6EF0713A-87F1-4C81-8331-DD272A13DC97}"/>
          </ac:spMkLst>
        </pc:spChg>
      </pc:sldChg>
      <pc:sldChg chg="modSp mod modNotes">
        <pc:chgData name="Tim Böckel" userId="139bf3991ca47324" providerId="LiveId" clId="{F23E6AC7-6F80-426C-8EA5-4E59630F2B8F}" dt="2021-06-07T08:18:39.302" v="1046" actId="20577"/>
        <pc:sldMkLst>
          <pc:docMk/>
          <pc:sldMk cId="4196420704" sldId="258"/>
        </pc:sldMkLst>
        <pc:spChg chg="mod">
          <ac:chgData name="Tim Böckel" userId="139bf3991ca47324" providerId="LiveId" clId="{F23E6AC7-6F80-426C-8EA5-4E59630F2B8F}" dt="2021-06-07T08:18:39.302" v="1046" actId="20577"/>
          <ac:spMkLst>
            <pc:docMk/>
            <pc:sldMk cId="4196420704" sldId="258"/>
            <ac:spMk id="3" creationId="{317B21FB-06EE-4DD0-B1D3-931E3C3A24F9}"/>
          </ac:spMkLst>
        </pc:spChg>
      </pc:sldChg>
      <pc:sldChg chg="addSp delSp modSp mod setBg">
        <pc:chgData name="Tim Böckel" userId="139bf3991ca47324" providerId="LiveId" clId="{F23E6AC7-6F80-426C-8EA5-4E59630F2B8F}" dt="2021-06-06T19:28:06.422" v="941" actId="20577"/>
        <pc:sldMkLst>
          <pc:docMk/>
          <pc:sldMk cId="989028442" sldId="259"/>
        </pc:sldMkLst>
        <pc:spChg chg="mod">
          <ac:chgData name="Tim Böckel" userId="139bf3991ca47324" providerId="LiveId" clId="{F23E6AC7-6F80-426C-8EA5-4E59630F2B8F}" dt="2021-06-06T14:33:39.130" v="580" actId="26606"/>
          <ac:spMkLst>
            <pc:docMk/>
            <pc:sldMk cId="989028442" sldId="259"/>
            <ac:spMk id="2" creationId="{7A192B9F-EBFA-4972-A930-6BB6E58FFF3D}"/>
          </ac:spMkLst>
        </pc:spChg>
        <pc:spChg chg="mod">
          <ac:chgData name="Tim Böckel" userId="139bf3991ca47324" providerId="LiveId" clId="{F23E6AC7-6F80-426C-8EA5-4E59630F2B8F}" dt="2021-06-06T19:28:06.422" v="941" actId="20577"/>
          <ac:spMkLst>
            <pc:docMk/>
            <pc:sldMk cId="989028442" sldId="259"/>
            <ac:spMk id="3" creationId="{68AF4279-EE49-4CBE-A19A-AA481D02B38D}"/>
          </ac:spMkLst>
        </pc:spChg>
        <pc:spChg chg="del mod ord">
          <ac:chgData name="Tim Böckel" userId="139bf3991ca47324" providerId="LiveId" clId="{F23E6AC7-6F80-426C-8EA5-4E59630F2B8F}" dt="2021-06-06T14:39:54.752" v="629"/>
          <ac:spMkLst>
            <pc:docMk/>
            <pc:sldMk cId="989028442" sldId="259"/>
            <ac:spMk id="4" creationId="{EAF14A32-A629-45EB-9B55-508FBB5D14D7}"/>
          </ac:spMkLst>
        </pc:spChg>
        <pc:spChg chg="add del mod">
          <ac:chgData name="Tim Böckel" userId="139bf3991ca47324" providerId="LiveId" clId="{F23E6AC7-6F80-426C-8EA5-4E59630F2B8F}" dt="2021-06-06T14:40:36.767" v="636" actId="404"/>
          <ac:spMkLst>
            <pc:docMk/>
            <pc:sldMk cId="989028442" sldId="259"/>
            <ac:spMk id="7" creationId="{8D54A260-4F1D-4FC7-99B9-6710A955ADAB}"/>
          </ac:spMkLst>
        </pc:spChg>
        <pc:spChg chg="add">
          <ac:chgData name="Tim Böckel" userId="139bf3991ca47324" providerId="LiveId" clId="{F23E6AC7-6F80-426C-8EA5-4E59630F2B8F}" dt="2021-06-06T14:33:39.130" v="580" actId="26606"/>
          <ac:spMkLst>
            <pc:docMk/>
            <pc:sldMk cId="989028442" sldId="259"/>
            <ac:spMk id="11" creationId="{22587ECF-85E9-4393-9D87-8EB6F3F6C208}"/>
          </ac:spMkLst>
        </pc:spChg>
        <pc:picChg chg="add mod">
          <ac:chgData name="Tim Böckel" userId="139bf3991ca47324" providerId="LiveId" clId="{F23E6AC7-6F80-426C-8EA5-4E59630F2B8F}" dt="2021-06-06T14:33:39.130" v="580" actId="26606"/>
          <ac:picMkLst>
            <pc:docMk/>
            <pc:sldMk cId="989028442" sldId="259"/>
            <ac:picMk id="6" creationId="{B5E463BB-6709-4502-9835-95D112427E9A}"/>
          </ac:picMkLst>
        </pc:picChg>
      </pc:sldChg>
      <pc:sldChg chg="del">
        <pc:chgData name="Tim Böckel" userId="139bf3991ca47324" providerId="LiveId" clId="{F23E6AC7-6F80-426C-8EA5-4E59630F2B8F}" dt="2021-06-06T14:20:16.347" v="549" actId="2696"/>
        <pc:sldMkLst>
          <pc:docMk/>
          <pc:sldMk cId="1568136836" sldId="260"/>
        </pc:sldMkLst>
      </pc:sldChg>
      <pc:sldChg chg="delSp modSp mod">
        <pc:chgData name="Tim Böckel" userId="139bf3991ca47324" providerId="LiveId" clId="{F23E6AC7-6F80-426C-8EA5-4E59630F2B8F}" dt="2021-06-06T14:53:32.601" v="653"/>
        <pc:sldMkLst>
          <pc:docMk/>
          <pc:sldMk cId="1665137363" sldId="261"/>
        </pc:sldMkLst>
        <pc:spChg chg="del mod">
          <ac:chgData name="Tim Böckel" userId="139bf3991ca47324" providerId="LiveId" clId="{F23E6AC7-6F80-426C-8EA5-4E59630F2B8F}" dt="2021-06-06T14:53:32.601" v="653"/>
          <ac:spMkLst>
            <pc:docMk/>
            <pc:sldMk cId="1665137363" sldId="261"/>
            <ac:spMk id="6" creationId="{10997452-4696-4E3D-B00A-8488F51132DE}"/>
          </ac:spMkLst>
        </pc:spChg>
      </pc:sldChg>
      <pc:sldChg chg="delSp modSp mod">
        <pc:chgData name="Tim Böckel" userId="139bf3991ca47324" providerId="LiveId" clId="{F23E6AC7-6F80-426C-8EA5-4E59630F2B8F}" dt="2021-06-06T18:26:58.361" v="683" actId="20577"/>
        <pc:sldMkLst>
          <pc:docMk/>
          <pc:sldMk cId="3884062741" sldId="262"/>
        </pc:sldMkLst>
        <pc:spChg chg="mod">
          <ac:chgData name="Tim Böckel" userId="139bf3991ca47324" providerId="LiveId" clId="{F23E6AC7-6F80-426C-8EA5-4E59630F2B8F}" dt="2021-06-06T18:26:58.361" v="683" actId="20577"/>
          <ac:spMkLst>
            <pc:docMk/>
            <pc:sldMk cId="3884062741" sldId="262"/>
            <ac:spMk id="3" creationId="{6610B3B9-FEB1-4A6D-A35C-2BBE1077D41E}"/>
          </ac:spMkLst>
        </pc:spChg>
        <pc:spChg chg="del">
          <ac:chgData name="Tim Böckel" userId="139bf3991ca47324" providerId="LiveId" clId="{F23E6AC7-6F80-426C-8EA5-4E59630F2B8F}" dt="2021-06-06T14:18:22.569" v="512" actId="478"/>
          <ac:spMkLst>
            <pc:docMk/>
            <pc:sldMk cId="3884062741" sldId="262"/>
            <ac:spMk id="6" creationId="{60506E7C-0D8A-4387-88CB-5F161EBC6FAF}"/>
          </ac:spMkLst>
        </pc:spChg>
      </pc:sldChg>
      <pc:sldChg chg="addSp modSp mod setBg">
        <pc:chgData name="Tim Böckel" userId="139bf3991ca47324" providerId="LiveId" clId="{F23E6AC7-6F80-426C-8EA5-4E59630F2B8F}" dt="2021-06-06T14:33:30.480" v="577" actId="26606"/>
        <pc:sldMkLst>
          <pc:docMk/>
          <pc:sldMk cId="3297084981" sldId="263"/>
        </pc:sldMkLst>
        <pc:spChg chg="mod">
          <ac:chgData name="Tim Böckel" userId="139bf3991ca47324" providerId="LiveId" clId="{F23E6AC7-6F80-426C-8EA5-4E59630F2B8F}" dt="2021-06-06T14:33:30.480" v="577" actId="26606"/>
          <ac:spMkLst>
            <pc:docMk/>
            <pc:sldMk cId="3297084981" sldId="263"/>
            <ac:spMk id="2" creationId="{7604E352-3A07-4751-A9BF-C6AD3376B599}"/>
          </ac:spMkLst>
        </pc:spChg>
        <pc:spChg chg="mod">
          <ac:chgData name="Tim Böckel" userId="139bf3991ca47324" providerId="LiveId" clId="{F23E6AC7-6F80-426C-8EA5-4E59630F2B8F}" dt="2021-06-06T14:33:30.480" v="577" actId="26606"/>
          <ac:spMkLst>
            <pc:docMk/>
            <pc:sldMk cId="3297084981" sldId="263"/>
            <ac:spMk id="3" creationId="{002C0816-74F8-4874-87EE-C808D5CB40D1}"/>
          </ac:spMkLst>
        </pc:spChg>
        <pc:spChg chg="add">
          <ac:chgData name="Tim Böckel" userId="139bf3991ca47324" providerId="LiveId" clId="{F23E6AC7-6F80-426C-8EA5-4E59630F2B8F}" dt="2021-06-06T14:33:30.480" v="577" actId="26606"/>
          <ac:spMkLst>
            <pc:docMk/>
            <pc:sldMk cId="3297084981" sldId="263"/>
            <ac:spMk id="10" creationId="{22587ECF-85E9-4393-9D87-8EB6F3F6C208}"/>
          </ac:spMkLst>
        </pc:spChg>
        <pc:picChg chg="add mod">
          <ac:chgData name="Tim Böckel" userId="139bf3991ca47324" providerId="LiveId" clId="{F23E6AC7-6F80-426C-8EA5-4E59630F2B8F}" dt="2021-06-06T14:33:30.480" v="577" actId="26606"/>
          <ac:picMkLst>
            <pc:docMk/>
            <pc:sldMk cId="3297084981" sldId="263"/>
            <ac:picMk id="5" creationId="{B9B2E737-63B1-4ED5-8090-48708429B4B6}"/>
          </ac:picMkLst>
        </pc:picChg>
      </pc:sldChg>
      <pc:sldChg chg="modSp mod modNotes">
        <pc:chgData name="Tim Böckel" userId="139bf3991ca47324" providerId="LiveId" clId="{F23E6AC7-6F80-426C-8EA5-4E59630F2B8F}" dt="2021-06-06T18:33:35.973" v="904" actId="20577"/>
        <pc:sldMkLst>
          <pc:docMk/>
          <pc:sldMk cId="1054796877" sldId="264"/>
        </pc:sldMkLst>
        <pc:spChg chg="mod">
          <ac:chgData name="Tim Böckel" userId="139bf3991ca47324" providerId="LiveId" clId="{F23E6AC7-6F80-426C-8EA5-4E59630F2B8F}" dt="2021-06-06T14:52:56.908" v="646" actId="255"/>
          <ac:spMkLst>
            <pc:docMk/>
            <pc:sldMk cId="1054796877" sldId="264"/>
            <ac:spMk id="4" creationId="{F2778520-16A5-442E-8B6F-13AB50F62432}"/>
          </ac:spMkLst>
        </pc:spChg>
      </pc:sldChg>
      <pc:sldChg chg="addSp delSp modSp mod">
        <pc:chgData name="Tim Böckel" userId="139bf3991ca47324" providerId="LiveId" clId="{F23E6AC7-6F80-426C-8EA5-4E59630F2B8F}" dt="2021-06-06T14:53:04.827" v="650"/>
        <pc:sldMkLst>
          <pc:docMk/>
          <pc:sldMk cId="979458214" sldId="265"/>
        </pc:sldMkLst>
        <pc:spChg chg="del mod">
          <ac:chgData name="Tim Böckel" userId="139bf3991ca47324" providerId="LiveId" clId="{F23E6AC7-6F80-426C-8EA5-4E59630F2B8F}" dt="2021-06-06T14:53:04.530" v="649" actId="478"/>
          <ac:spMkLst>
            <pc:docMk/>
            <pc:sldMk cId="979458214" sldId="265"/>
            <ac:spMk id="4" creationId="{F20ECE82-4680-45C4-8768-DFC0CDF03884}"/>
          </ac:spMkLst>
        </pc:spChg>
        <pc:spChg chg="add del mod">
          <ac:chgData name="Tim Böckel" userId="139bf3991ca47324" providerId="LiveId" clId="{F23E6AC7-6F80-426C-8EA5-4E59630F2B8F}" dt="2021-06-06T14:53:03.358" v="648"/>
          <ac:spMkLst>
            <pc:docMk/>
            <pc:sldMk cId="979458214" sldId="265"/>
            <ac:spMk id="6" creationId="{5C96750D-D30A-43DE-955D-5A5F80CB27C8}"/>
          </ac:spMkLst>
        </pc:spChg>
        <pc:spChg chg="add mod">
          <ac:chgData name="Tim Böckel" userId="139bf3991ca47324" providerId="LiveId" clId="{F23E6AC7-6F80-426C-8EA5-4E59630F2B8F}" dt="2021-06-06T14:53:04.827" v="650"/>
          <ac:spMkLst>
            <pc:docMk/>
            <pc:sldMk cId="979458214" sldId="265"/>
            <ac:spMk id="7" creationId="{163356FB-8450-43EE-B42D-F347717A41C6}"/>
          </ac:spMkLst>
        </pc:spChg>
      </pc:sldChg>
      <pc:sldChg chg="del">
        <pc:chgData name="Tim Böckel" userId="139bf3991ca47324" providerId="LiveId" clId="{F23E6AC7-6F80-426C-8EA5-4E59630F2B8F}" dt="2021-06-06T18:47:32.974" v="909" actId="2696"/>
        <pc:sldMkLst>
          <pc:docMk/>
          <pc:sldMk cId="1415600349" sldId="266"/>
        </pc:sldMkLst>
      </pc:sldChg>
      <pc:sldChg chg="delSp modSp mod">
        <pc:chgData name="Tim Böckel" userId="139bf3991ca47324" providerId="LiveId" clId="{F23E6AC7-6F80-426C-8EA5-4E59630F2B8F}" dt="2021-06-06T14:54:22.144" v="660"/>
        <pc:sldMkLst>
          <pc:docMk/>
          <pc:sldMk cId="4153221817" sldId="267"/>
        </pc:sldMkLst>
        <pc:spChg chg="del">
          <ac:chgData name="Tim Böckel" userId="139bf3991ca47324" providerId="LiveId" clId="{F23E6AC7-6F80-426C-8EA5-4E59630F2B8F}" dt="2021-06-06T14:53:47.148" v="654" actId="478"/>
          <ac:spMkLst>
            <pc:docMk/>
            <pc:sldMk cId="4153221817" sldId="267"/>
            <ac:spMk id="3" creationId="{B32C0530-AE47-4AEB-9E30-CB903D28A7BB}"/>
          </ac:spMkLst>
        </pc:spChg>
        <pc:spChg chg="mod">
          <ac:chgData name="Tim Böckel" userId="139bf3991ca47324" providerId="LiveId" clId="{F23E6AC7-6F80-426C-8EA5-4E59630F2B8F}" dt="2021-06-06T14:54:22.144" v="660"/>
          <ac:spMkLst>
            <pc:docMk/>
            <pc:sldMk cId="4153221817" sldId="267"/>
            <ac:spMk id="9" creationId="{245E1114-0D50-4F21-9E82-2A8FEE02D909}"/>
          </ac:spMkLst>
        </pc:spChg>
      </pc:sldChg>
      <pc:sldChg chg="addSp delSp modSp new mod setBg addCm">
        <pc:chgData name="Tim Böckel" userId="139bf3991ca47324" providerId="LiveId" clId="{F23E6AC7-6F80-426C-8EA5-4E59630F2B8F}" dt="2021-06-06T18:48:14.013" v="914" actId="790"/>
        <pc:sldMkLst>
          <pc:docMk/>
          <pc:sldMk cId="1622403623" sldId="268"/>
        </pc:sldMkLst>
        <pc:spChg chg="mod">
          <ac:chgData name="Tim Böckel" userId="139bf3991ca47324" providerId="LiveId" clId="{F23E6AC7-6F80-426C-8EA5-4E59630F2B8F}" dt="2021-06-06T18:48:14.013" v="914" actId="790"/>
          <ac:spMkLst>
            <pc:docMk/>
            <pc:sldMk cId="1622403623" sldId="268"/>
            <ac:spMk id="2" creationId="{FF597BAC-6CF9-4073-A515-BB628891AE92}"/>
          </ac:spMkLst>
        </pc:spChg>
        <pc:spChg chg="del">
          <ac:chgData name="Tim Böckel" userId="139bf3991ca47324" providerId="LiveId" clId="{F23E6AC7-6F80-426C-8EA5-4E59630F2B8F}" dt="2021-06-06T13:59:09.342" v="14" actId="478"/>
          <ac:spMkLst>
            <pc:docMk/>
            <pc:sldMk cId="1622403623" sldId="268"/>
            <ac:spMk id="3" creationId="{A450F9FD-4E56-4213-A4F5-A1041D0EE1F0}"/>
          </ac:spMkLst>
        </pc:spChg>
        <pc:spChg chg="add mod">
          <ac:chgData name="Tim Böckel" userId="139bf3991ca47324" providerId="LiveId" clId="{F23E6AC7-6F80-426C-8EA5-4E59630F2B8F}" dt="2021-06-06T18:48:05.003" v="912" actId="20577"/>
          <ac:spMkLst>
            <pc:docMk/>
            <pc:sldMk cId="1622403623" sldId="268"/>
            <ac:spMk id="4" creationId="{EE98651D-1846-4664-86CB-10AB701FE291}"/>
          </ac:spMkLst>
        </pc:spChg>
        <pc:spChg chg="add del">
          <ac:chgData name="Tim Böckel" userId="139bf3991ca47324" providerId="LiveId" clId="{F23E6AC7-6F80-426C-8EA5-4E59630F2B8F}" dt="2021-06-06T14:06:55.079" v="119" actId="26606"/>
          <ac:spMkLst>
            <pc:docMk/>
            <pc:sldMk cId="1622403623" sldId="268"/>
            <ac:spMk id="11" creationId="{5E39A796-BE83-48B1-B33F-35C4A32AAB57}"/>
          </ac:spMkLst>
        </pc:spChg>
        <pc:spChg chg="add del">
          <ac:chgData name="Tim Böckel" userId="139bf3991ca47324" providerId="LiveId" clId="{F23E6AC7-6F80-426C-8EA5-4E59630F2B8F}" dt="2021-06-06T14:06:55.079" v="119" actId="26606"/>
          <ac:spMkLst>
            <pc:docMk/>
            <pc:sldMk cId="1622403623" sldId="268"/>
            <ac:spMk id="13" creationId="{72F84B47-E267-4194-8194-831DB7B5547F}"/>
          </ac:spMkLst>
        </pc:spChg>
        <pc:spChg chg="add del">
          <ac:chgData name="Tim Böckel" userId="139bf3991ca47324" providerId="LiveId" clId="{F23E6AC7-6F80-426C-8EA5-4E59630F2B8F}" dt="2021-06-06T14:07:04.264" v="122" actId="26606"/>
          <ac:spMkLst>
            <pc:docMk/>
            <pc:sldMk cId="1622403623" sldId="268"/>
            <ac:spMk id="18" creationId="{22587ECF-85E9-4393-9D87-8EB6F3F6C208}"/>
          </ac:spMkLst>
        </pc:spChg>
        <pc:spChg chg="add">
          <ac:chgData name="Tim Böckel" userId="139bf3991ca47324" providerId="LiveId" clId="{F23E6AC7-6F80-426C-8EA5-4E59630F2B8F}" dt="2021-06-06T14:07:04.264" v="122" actId="26606"/>
          <ac:spMkLst>
            <pc:docMk/>
            <pc:sldMk cId="1622403623" sldId="268"/>
            <ac:spMk id="23" creationId="{D19BB8BE-1351-4D9B-B761-F84A0B5B6519}"/>
          </ac:spMkLst>
        </pc:spChg>
        <pc:picChg chg="add mod">
          <ac:chgData name="Tim Böckel" userId="139bf3991ca47324" providerId="LiveId" clId="{F23E6AC7-6F80-426C-8EA5-4E59630F2B8F}" dt="2021-06-06T14:07:31.099" v="135" actId="1076"/>
          <ac:picMkLst>
            <pc:docMk/>
            <pc:sldMk cId="1622403623" sldId="268"/>
            <ac:picMk id="6" creationId="{5A233545-5E78-40BF-888B-FD51E0D7CEA7}"/>
          </ac:picMkLst>
        </pc:picChg>
      </pc:sldChg>
      <pc:sldChg chg="addSp delSp modSp new del mod">
        <pc:chgData name="Tim Böckel" userId="139bf3991ca47324" providerId="LiveId" clId="{F23E6AC7-6F80-426C-8EA5-4E59630F2B8F}" dt="2021-06-06T14:08:58.436" v="181" actId="2696"/>
        <pc:sldMkLst>
          <pc:docMk/>
          <pc:sldMk cId="3570985426" sldId="269"/>
        </pc:sldMkLst>
        <pc:spChg chg="del">
          <ac:chgData name="Tim Böckel" userId="139bf3991ca47324" providerId="LiveId" clId="{F23E6AC7-6F80-426C-8EA5-4E59630F2B8F}" dt="2021-06-06T14:07:50.259" v="143" actId="478"/>
          <ac:spMkLst>
            <pc:docMk/>
            <pc:sldMk cId="3570985426" sldId="269"/>
            <ac:spMk id="2" creationId="{7260FF13-6C9F-424F-A51B-9716FAACD7F9}"/>
          </ac:spMkLst>
        </pc:spChg>
        <pc:spChg chg="del">
          <ac:chgData name="Tim Böckel" userId="139bf3991ca47324" providerId="LiveId" clId="{F23E6AC7-6F80-426C-8EA5-4E59630F2B8F}" dt="2021-06-06T14:07:51.200" v="144" actId="478"/>
          <ac:spMkLst>
            <pc:docMk/>
            <pc:sldMk cId="3570985426" sldId="269"/>
            <ac:spMk id="3" creationId="{B27B290D-F22C-4544-AFF8-2BA5B1260152}"/>
          </ac:spMkLst>
        </pc:spChg>
        <pc:spChg chg="add mod">
          <ac:chgData name="Tim Böckel" userId="139bf3991ca47324" providerId="LiveId" clId="{F23E6AC7-6F80-426C-8EA5-4E59630F2B8F}" dt="2021-06-06T14:08:53.585" v="179" actId="1076"/>
          <ac:spMkLst>
            <pc:docMk/>
            <pc:sldMk cId="3570985426" sldId="269"/>
            <ac:spMk id="4" creationId="{6CCCF1C0-4AD0-49F2-A932-30EC74B3C26B}"/>
          </ac:spMkLst>
        </pc:spChg>
      </pc:sldChg>
      <pc:sldChg chg="addSp delSp modSp new mod">
        <pc:chgData name="Tim Böckel" userId="139bf3991ca47324" providerId="LiveId" clId="{F23E6AC7-6F80-426C-8EA5-4E59630F2B8F}" dt="2021-06-06T14:21:12.528" v="554" actId="20577"/>
        <pc:sldMkLst>
          <pc:docMk/>
          <pc:sldMk cId="3896673891" sldId="269"/>
        </pc:sldMkLst>
        <pc:spChg chg="mod">
          <ac:chgData name="Tim Böckel" userId="139bf3991ca47324" providerId="LiveId" clId="{F23E6AC7-6F80-426C-8EA5-4E59630F2B8F}" dt="2021-06-06T14:09:14.314" v="222" actId="122"/>
          <ac:spMkLst>
            <pc:docMk/>
            <pc:sldMk cId="3896673891" sldId="269"/>
            <ac:spMk id="2" creationId="{93AB6214-F72C-42B4-AF25-320D7F2711BE}"/>
          </ac:spMkLst>
        </pc:spChg>
        <pc:spChg chg="del">
          <ac:chgData name="Tim Böckel" userId="139bf3991ca47324" providerId="LiveId" clId="{F23E6AC7-6F80-426C-8EA5-4E59630F2B8F}" dt="2021-06-06T14:09:16.157" v="223" actId="478"/>
          <ac:spMkLst>
            <pc:docMk/>
            <pc:sldMk cId="3896673891" sldId="269"/>
            <ac:spMk id="3" creationId="{FEEC5FA2-FE67-4A2D-9570-EF009676D540}"/>
          </ac:spMkLst>
        </pc:spChg>
        <pc:spChg chg="add mod">
          <ac:chgData name="Tim Böckel" userId="139bf3991ca47324" providerId="LiveId" clId="{F23E6AC7-6F80-426C-8EA5-4E59630F2B8F}" dt="2021-06-06T14:21:12.528" v="554" actId="20577"/>
          <ac:spMkLst>
            <pc:docMk/>
            <pc:sldMk cId="3896673891" sldId="269"/>
            <ac:spMk id="4" creationId="{BFC8FF42-606B-4FDA-8ED7-0A28C6A5EAEE}"/>
          </ac:spMkLst>
        </pc:spChg>
      </pc:sldChg>
      <pc:sldChg chg="add del">
        <pc:chgData name="Tim Böckel" userId="139bf3991ca47324" providerId="LiveId" clId="{F23E6AC7-6F80-426C-8EA5-4E59630F2B8F}" dt="2021-06-06T14:09:00.268" v="182" actId="2696"/>
        <pc:sldMkLst>
          <pc:docMk/>
          <pc:sldMk cId="2665068564" sldId="270"/>
        </pc:sldMkLst>
      </pc:sldChg>
      <pc:sldChg chg="addSp delSp modSp new mod setBg">
        <pc:chgData name="Tim Böckel" userId="139bf3991ca47324" providerId="LiveId" clId="{F23E6AC7-6F80-426C-8EA5-4E59630F2B8F}" dt="2021-06-06T15:00:33.333" v="671"/>
        <pc:sldMkLst>
          <pc:docMk/>
          <pc:sldMk cId="3655628678" sldId="270"/>
        </pc:sldMkLst>
        <pc:spChg chg="del">
          <ac:chgData name="Tim Böckel" userId="139bf3991ca47324" providerId="LiveId" clId="{F23E6AC7-6F80-426C-8EA5-4E59630F2B8F}" dt="2021-06-06T14:12:48.421" v="305" actId="478"/>
          <ac:spMkLst>
            <pc:docMk/>
            <pc:sldMk cId="3655628678" sldId="270"/>
            <ac:spMk id="2" creationId="{52B2415D-25BE-41C2-A6E1-80D5D9E03438}"/>
          </ac:spMkLst>
        </pc:spChg>
        <pc:spChg chg="del">
          <ac:chgData name="Tim Böckel" userId="139bf3991ca47324" providerId="LiveId" clId="{F23E6AC7-6F80-426C-8EA5-4E59630F2B8F}" dt="2021-06-06T14:12:49.372" v="306" actId="478"/>
          <ac:spMkLst>
            <pc:docMk/>
            <pc:sldMk cId="3655628678" sldId="270"/>
            <ac:spMk id="3" creationId="{AF638B73-412D-4C54-BC6F-D859C6F9DCAC}"/>
          </ac:spMkLst>
        </pc:spChg>
        <pc:spChg chg="add mod">
          <ac:chgData name="Tim Böckel" userId="139bf3991ca47324" providerId="LiveId" clId="{F23E6AC7-6F80-426C-8EA5-4E59630F2B8F}" dt="2021-06-06T14:16:04.792" v="387" actId="14100"/>
          <ac:spMkLst>
            <pc:docMk/>
            <pc:sldMk cId="3655628678" sldId="270"/>
            <ac:spMk id="6" creationId="{01C58C85-BCBE-4909-9C5D-E26A2098655F}"/>
          </ac:spMkLst>
        </pc:spChg>
        <pc:spChg chg="add mod">
          <ac:chgData name="Tim Böckel" userId="139bf3991ca47324" providerId="LiveId" clId="{F23E6AC7-6F80-426C-8EA5-4E59630F2B8F}" dt="2021-06-06T15:00:33.333" v="671"/>
          <ac:spMkLst>
            <pc:docMk/>
            <pc:sldMk cId="3655628678" sldId="270"/>
            <ac:spMk id="10" creationId="{9698E440-BE12-4561-8C38-7946C1C4437A}"/>
          </ac:spMkLst>
        </pc:spChg>
        <pc:spChg chg="add">
          <ac:chgData name="Tim Böckel" userId="139bf3991ca47324" providerId="LiveId" clId="{F23E6AC7-6F80-426C-8EA5-4E59630F2B8F}" dt="2021-06-06T14:14:49.066" v="360" actId="26606"/>
          <ac:spMkLst>
            <pc:docMk/>
            <pc:sldMk cId="3655628678" sldId="270"/>
            <ac:spMk id="11" creationId="{275D6C10-B5A7-4715-803E-0501C9C2CC21}"/>
          </ac:spMkLst>
        </pc:spChg>
        <pc:picChg chg="add mod ord">
          <ac:chgData name="Tim Böckel" userId="139bf3991ca47324" providerId="LiveId" clId="{F23E6AC7-6F80-426C-8EA5-4E59630F2B8F}" dt="2021-06-06T14:16:01.337" v="386" actId="1076"/>
          <ac:picMkLst>
            <pc:docMk/>
            <pc:sldMk cId="3655628678" sldId="270"/>
            <ac:picMk id="5" creationId="{5DAEE5F1-FAC7-4B7A-8296-5CF5CCDF289A}"/>
          </ac:picMkLst>
        </pc:picChg>
      </pc:sldChg>
      <pc:sldChg chg="addSp delSp modSp new mod setBg">
        <pc:chgData name="Tim Böckel" userId="139bf3991ca47324" providerId="LiveId" clId="{F23E6AC7-6F80-426C-8EA5-4E59630F2B8F}" dt="2021-06-06T15:00:30.466" v="670" actId="1076"/>
        <pc:sldMkLst>
          <pc:docMk/>
          <pc:sldMk cId="204137321" sldId="271"/>
        </pc:sldMkLst>
        <pc:spChg chg="del">
          <ac:chgData name="Tim Böckel" userId="139bf3991ca47324" providerId="LiveId" clId="{F23E6AC7-6F80-426C-8EA5-4E59630F2B8F}" dt="2021-06-06T14:14:01.504" v="314" actId="478"/>
          <ac:spMkLst>
            <pc:docMk/>
            <pc:sldMk cId="204137321" sldId="271"/>
            <ac:spMk id="2" creationId="{D7209129-4F68-4425-95B4-0D03241CE183}"/>
          </ac:spMkLst>
        </pc:spChg>
        <pc:spChg chg="del">
          <ac:chgData name="Tim Böckel" userId="139bf3991ca47324" providerId="LiveId" clId="{F23E6AC7-6F80-426C-8EA5-4E59630F2B8F}" dt="2021-06-06T14:14:03.278" v="315" actId="478"/>
          <ac:spMkLst>
            <pc:docMk/>
            <pc:sldMk cId="204137321" sldId="271"/>
            <ac:spMk id="3" creationId="{B1CA6D6A-97D6-47C1-818A-7EFF0CA16EEF}"/>
          </ac:spMkLst>
        </pc:spChg>
        <pc:spChg chg="add mod">
          <ac:chgData name="Tim Böckel" userId="139bf3991ca47324" providerId="LiveId" clId="{F23E6AC7-6F80-426C-8EA5-4E59630F2B8F}" dt="2021-06-06T14:16:13.326" v="388" actId="1076"/>
          <ac:spMkLst>
            <pc:docMk/>
            <pc:sldMk cId="204137321" sldId="271"/>
            <ac:spMk id="8" creationId="{B54F0835-4FEF-41F7-A495-95B8EB1BF68F}"/>
          </ac:spMkLst>
        </pc:spChg>
        <pc:spChg chg="add mod">
          <ac:chgData name="Tim Böckel" userId="139bf3991ca47324" providerId="LiveId" clId="{F23E6AC7-6F80-426C-8EA5-4E59630F2B8F}" dt="2021-06-06T15:00:30.466" v="670" actId="1076"/>
          <ac:spMkLst>
            <pc:docMk/>
            <pc:sldMk cId="204137321" sldId="271"/>
            <ac:spMk id="9" creationId="{866D32DA-F96B-4064-812B-2FB15411BFC5}"/>
          </ac:spMkLst>
        </pc:spChg>
        <pc:spChg chg="add del">
          <ac:chgData name="Tim Böckel" userId="139bf3991ca47324" providerId="LiveId" clId="{F23E6AC7-6F80-426C-8EA5-4E59630F2B8F}" dt="2021-06-06T14:14:19.466" v="322" actId="26606"/>
          <ac:spMkLst>
            <pc:docMk/>
            <pc:sldMk cId="204137321" sldId="271"/>
            <ac:spMk id="10" creationId="{5F879AC3-D4CE-493C-ADC7-06205677F4F8}"/>
          </ac:spMkLst>
        </pc:spChg>
        <pc:spChg chg="add del">
          <ac:chgData name="Tim Böckel" userId="139bf3991ca47324" providerId="LiveId" clId="{F23E6AC7-6F80-426C-8EA5-4E59630F2B8F}" dt="2021-06-06T14:14:19.466" v="322" actId="26606"/>
          <ac:spMkLst>
            <pc:docMk/>
            <pc:sldMk cId="204137321" sldId="271"/>
            <ac:spMk id="12" creationId="{736F0DFD-0954-464F-BF12-DD2E6F6E0380}"/>
          </ac:spMkLst>
        </pc:spChg>
        <pc:spChg chg="add">
          <ac:chgData name="Tim Böckel" userId="139bf3991ca47324" providerId="LiveId" clId="{F23E6AC7-6F80-426C-8EA5-4E59630F2B8F}" dt="2021-06-06T14:15:08.602" v="381" actId="26606"/>
          <ac:spMkLst>
            <pc:docMk/>
            <pc:sldMk cId="204137321" sldId="271"/>
            <ac:spMk id="13" creationId="{275D6C10-B5A7-4715-803E-0501C9C2CC21}"/>
          </ac:spMkLst>
        </pc:spChg>
        <pc:picChg chg="add mod ord">
          <ac:chgData name="Tim Böckel" userId="139bf3991ca47324" providerId="LiveId" clId="{F23E6AC7-6F80-426C-8EA5-4E59630F2B8F}" dt="2021-06-06T14:20:42.708" v="552" actId="14100"/>
          <ac:picMkLst>
            <pc:docMk/>
            <pc:sldMk cId="204137321" sldId="271"/>
            <ac:picMk id="5" creationId="{F86E3232-7956-455B-9743-D855EFB474F5}"/>
          </ac:picMkLst>
        </pc:picChg>
      </pc:sldChg>
      <pc:sldChg chg="addSp delSp modSp new mod">
        <pc:chgData name="Tim Böckel" userId="139bf3991ca47324" providerId="LiveId" clId="{F23E6AC7-6F80-426C-8EA5-4E59630F2B8F}" dt="2021-06-06T14:59:45.803" v="664"/>
        <pc:sldMkLst>
          <pc:docMk/>
          <pc:sldMk cId="1748375574" sldId="272"/>
        </pc:sldMkLst>
        <pc:spChg chg="add del mod">
          <ac:chgData name="Tim Böckel" userId="139bf3991ca47324" providerId="LiveId" clId="{F23E6AC7-6F80-426C-8EA5-4E59630F2B8F}" dt="2021-06-06T14:16:46.290" v="411" actId="20577"/>
          <ac:spMkLst>
            <pc:docMk/>
            <pc:sldMk cId="1748375574" sldId="272"/>
            <ac:spMk id="2" creationId="{042B9283-03AE-42DC-860F-F2598CB07825}"/>
          </ac:spMkLst>
        </pc:spChg>
        <pc:spChg chg="mod">
          <ac:chgData name="Tim Böckel" userId="139bf3991ca47324" providerId="LiveId" clId="{F23E6AC7-6F80-426C-8EA5-4E59630F2B8F}" dt="2021-06-06T14:59:45.803" v="664"/>
          <ac:spMkLst>
            <pc:docMk/>
            <pc:sldMk cId="1748375574" sldId="272"/>
            <ac:spMk id="3" creationId="{2C9AF1AA-4E5A-4589-8C72-1BF8C40BD4E7}"/>
          </ac:spMkLst>
        </pc:spChg>
      </pc:sldChg>
      <pc:sldChg chg="addSp delSp modSp new mod">
        <pc:chgData name="Tim Böckel" userId="139bf3991ca47324" providerId="LiveId" clId="{F23E6AC7-6F80-426C-8EA5-4E59630F2B8F}" dt="2021-06-06T18:47:04.925" v="907" actId="790"/>
        <pc:sldMkLst>
          <pc:docMk/>
          <pc:sldMk cId="3298032880" sldId="273"/>
        </pc:sldMkLst>
        <pc:spChg chg="mod">
          <ac:chgData name="Tim Böckel" userId="139bf3991ca47324" providerId="LiveId" clId="{F23E6AC7-6F80-426C-8EA5-4E59630F2B8F}" dt="2021-06-06T18:47:04.925" v="907" actId="790"/>
          <ac:spMkLst>
            <pc:docMk/>
            <pc:sldMk cId="3298032880" sldId="273"/>
            <ac:spMk id="2" creationId="{EB32BDE4-8705-4DE5-B76B-E01435DCDC1C}"/>
          </ac:spMkLst>
        </pc:spChg>
        <pc:spChg chg="del">
          <ac:chgData name="Tim Böckel" userId="139bf3991ca47324" providerId="LiveId" clId="{F23E6AC7-6F80-426C-8EA5-4E59630F2B8F}" dt="2021-06-06T14:16:56.611" v="428" actId="478"/>
          <ac:spMkLst>
            <pc:docMk/>
            <pc:sldMk cId="3298032880" sldId="273"/>
            <ac:spMk id="3" creationId="{33F588E0-F1D1-4ECE-9AFC-B589F3CDC19A}"/>
          </ac:spMkLst>
        </pc:spChg>
        <pc:spChg chg="add mod">
          <ac:chgData name="Tim Böckel" userId="139bf3991ca47324" providerId="LiveId" clId="{F23E6AC7-6F80-426C-8EA5-4E59630F2B8F}" dt="2021-06-06T18:46:48.210" v="905" actId="3626"/>
          <ac:spMkLst>
            <pc:docMk/>
            <pc:sldMk cId="3298032880" sldId="273"/>
            <ac:spMk id="4" creationId="{D3913042-6E3C-4BAE-9222-9464FF4BF8ED}"/>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1-06-05T10:46:21.510" idx="6">
    <p:pos x="7680" y="0"/>
    <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6-05T10:34:05.596" idx="5">
    <p:pos x="10" y="10"/>
    <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1-06-05T10:55:24.717" idx="7">
    <p:pos x="10" y="10"/>
    <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1-06-03T15:53:08.607" idx="4">
    <p:pos x="10" y="10"/>
    <p:text/>
    <p:extLst>
      <p:ext uri="{C676402C-5697-4E1C-873F-D02D1690AC5C}">
        <p15:threadingInfo xmlns:p15="http://schemas.microsoft.com/office/powerpoint/2012/main" timeZoneBias="-1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1-06-06T16:02:57.356" idx="8">
    <p:pos x="10" y="10"/>
    <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2F76F7-C034-4697-B278-6F74D2DBBFE9}" type="datetimeFigureOut">
              <a:rPr lang="de-DE" smtClean="0"/>
              <a:t>07.06.2021</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A3480-48A5-4E91-9E2F-9BA3DD398807}" type="slidenum">
              <a:rPr lang="de-DE" smtClean="0"/>
              <a:t>‹Nr.›</a:t>
            </a:fld>
            <a:endParaRPr lang="de-DE"/>
          </a:p>
        </p:txBody>
      </p:sp>
    </p:spTree>
    <p:extLst>
      <p:ext uri="{BB962C8B-B14F-4D97-AF65-F5344CB8AC3E}">
        <p14:creationId xmlns:p14="http://schemas.microsoft.com/office/powerpoint/2010/main" val="51883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8FAA3480-48A5-4E91-9E2F-9BA3DD398807}" type="slidenum">
              <a:rPr lang="de-DE" smtClean="0"/>
              <a:t>4</a:t>
            </a:fld>
            <a:endParaRPr lang="de-DE"/>
          </a:p>
        </p:txBody>
      </p:sp>
    </p:spTree>
    <p:extLst>
      <p:ext uri="{BB962C8B-B14F-4D97-AF65-F5344CB8AC3E}">
        <p14:creationId xmlns:p14="http://schemas.microsoft.com/office/powerpoint/2010/main" val="2383308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err="1"/>
              <a:t>Bestandteile</a:t>
            </a:r>
            <a:r>
              <a:rPr lang="en-US" dirty="0"/>
              <a:t>:</a:t>
            </a:r>
          </a:p>
          <a:p>
            <a:endParaRPr lang="en-US" dirty="0"/>
          </a:p>
          <a:p>
            <a:r>
              <a:rPr lang="en-US" dirty="0"/>
              <a:t>Journey </a:t>
            </a:r>
            <a:r>
              <a:rPr lang="en-US" dirty="0">
                <a:sym typeface="Wingdings" panose="05000000000000000000" pitchFamily="2" charset="2"/>
              </a:rPr>
              <a:t> </a:t>
            </a:r>
            <a:r>
              <a:rPr lang="en-US" dirty="0" err="1">
                <a:sym typeface="Wingdings" panose="05000000000000000000" pitchFamily="2" charset="2"/>
              </a:rPr>
              <a:t>Alles</a:t>
            </a:r>
            <a:r>
              <a:rPr lang="en-US" dirty="0">
                <a:sym typeface="Wingdings" panose="05000000000000000000" pitchFamily="2" charset="2"/>
              </a:rPr>
              <a:t> (</a:t>
            </a:r>
            <a:r>
              <a:rPr lang="en-US" dirty="0" err="1">
                <a:sym typeface="Wingdings" panose="05000000000000000000" pitchFamily="2" charset="2"/>
              </a:rPr>
              <a:t>Optimale</a:t>
            </a:r>
            <a:r>
              <a:rPr lang="en-US" dirty="0">
                <a:sym typeface="Wingdings" panose="05000000000000000000" pitchFamily="2" charset="2"/>
              </a:rPr>
              <a:t> vs. </a:t>
            </a:r>
            <a:r>
              <a:rPr lang="en-US" dirty="0" err="1">
                <a:sym typeface="Wingdings" panose="05000000000000000000" pitchFamily="2" charset="2"/>
              </a:rPr>
              <a:t>Wirkliche</a:t>
            </a:r>
            <a:r>
              <a:rPr lang="en-US" dirty="0">
                <a:sym typeface="Wingdings" panose="05000000000000000000" pitchFamily="2" charset="2"/>
              </a:rPr>
              <a:t> Journey)</a:t>
            </a:r>
            <a:endParaRPr lang="en-US" dirty="0"/>
          </a:p>
          <a:p>
            <a:r>
              <a:rPr lang="en-US" dirty="0"/>
              <a:t>Touchpoints </a:t>
            </a:r>
            <a:r>
              <a:rPr lang="en-US" dirty="0">
                <a:sym typeface="Wingdings" panose="05000000000000000000" pitchFamily="2" charset="2"/>
              </a:rPr>
              <a:t> </a:t>
            </a:r>
            <a:r>
              <a:rPr lang="en-US" dirty="0" err="1">
                <a:sym typeface="Wingdings" panose="05000000000000000000" pitchFamily="2" charset="2"/>
              </a:rPr>
              <a:t>Berührungspunkt</a:t>
            </a:r>
            <a:endParaRPr lang="en-US" dirty="0">
              <a:sym typeface="Wingdings" panose="05000000000000000000" pitchFamily="2" charset="2"/>
            </a:endParaRPr>
          </a:p>
          <a:p>
            <a:r>
              <a:rPr lang="en-US" dirty="0">
                <a:sym typeface="Wingdings" panose="05000000000000000000" pitchFamily="2" charset="2"/>
              </a:rPr>
              <a:t>Goal  </a:t>
            </a:r>
            <a:r>
              <a:rPr lang="en-US" dirty="0" err="1">
                <a:sym typeface="Wingdings" panose="05000000000000000000" pitchFamily="2" charset="2"/>
              </a:rPr>
              <a:t>Ziel</a:t>
            </a:r>
            <a:endParaRPr lang="en-US" dirty="0">
              <a:sym typeface="Wingdings" panose="05000000000000000000" pitchFamily="2" charset="2"/>
            </a:endParaRPr>
          </a:p>
          <a:p>
            <a:r>
              <a:rPr lang="en-US" dirty="0">
                <a:sym typeface="Wingdings" panose="05000000000000000000" pitchFamily="2" charset="2"/>
              </a:rPr>
              <a:t>Experience  </a:t>
            </a:r>
            <a:r>
              <a:rPr lang="en-US" dirty="0" err="1">
                <a:sym typeface="Wingdings" panose="05000000000000000000" pitchFamily="2" charset="2"/>
              </a:rPr>
              <a:t>Emotionen</a:t>
            </a:r>
            <a:r>
              <a:rPr lang="en-US" dirty="0">
                <a:sym typeface="Wingdings" panose="05000000000000000000" pitchFamily="2" charset="2"/>
              </a:rPr>
              <a:t> des Users</a:t>
            </a:r>
          </a:p>
          <a:p>
            <a:r>
              <a:rPr lang="en-US" dirty="0">
                <a:sym typeface="Wingdings" panose="05000000000000000000" pitchFamily="2" charset="2"/>
              </a:rPr>
              <a:t>Channel  </a:t>
            </a:r>
            <a:r>
              <a:rPr lang="en-US" dirty="0" err="1">
                <a:sym typeface="Wingdings" panose="05000000000000000000" pitchFamily="2" charset="2"/>
              </a:rPr>
              <a:t>Bsp</a:t>
            </a:r>
            <a:r>
              <a:rPr lang="en-US" dirty="0">
                <a:sym typeface="Wingdings" panose="05000000000000000000" pitchFamily="2" charset="2"/>
              </a:rPr>
              <a:t>. </a:t>
            </a:r>
            <a:r>
              <a:rPr lang="en-US" dirty="0" err="1">
                <a:sym typeface="Wingdings" panose="05000000000000000000" pitchFamily="2" charset="2"/>
              </a:rPr>
              <a:t>Werbekanäle</a:t>
            </a:r>
            <a:endParaRPr lang="en-US" dirty="0">
              <a:sym typeface="Wingdings" panose="05000000000000000000" pitchFamily="2" charset="2"/>
            </a:endParaRPr>
          </a:p>
          <a:p>
            <a:r>
              <a:rPr lang="en-US" dirty="0">
                <a:sym typeface="Wingdings" panose="05000000000000000000" pitchFamily="2" charset="2"/>
              </a:rPr>
              <a:t>User</a:t>
            </a:r>
            <a:endParaRPr lang="en-US" dirty="0"/>
          </a:p>
          <a:p>
            <a:endParaRPr lang="en-US" dirty="0"/>
          </a:p>
          <a:p>
            <a:endParaRPr lang="en-US" dirty="0"/>
          </a:p>
        </p:txBody>
      </p:sp>
      <p:sp>
        <p:nvSpPr>
          <p:cNvPr id="4" name="Foliennummernplatzhalter 3"/>
          <p:cNvSpPr>
            <a:spLocks noGrp="1"/>
          </p:cNvSpPr>
          <p:nvPr>
            <p:ph type="sldNum" sz="quarter" idx="5"/>
          </p:nvPr>
        </p:nvSpPr>
        <p:spPr/>
        <p:txBody>
          <a:bodyPr/>
          <a:lstStyle/>
          <a:p>
            <a:fld id="{8FAA3480-48A5-4E91-9E2F-9BA3DD398807}" type="slidenum">
              <a:rPr lang="de-DE" smtClean="0"/>
              <a:t>5</a:t>
            </a:fld>
            <a:endParaRPr lang="de-DE"/>
          </a:p>
        </p:txBody>
      </p:sp>
    </p:spTree>
    <p:extLst>
      <p:ext uri="{BB962C8B-B14F-4D97-AF65-F5344CB8AC3E}">
        <p14:creationId xmlns:p14="http://schemas.microsoft.com/office/powerpoint/2010/main" val="2080184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8FAA3480-48A5-4E91-9E2F-9BA3DD398807}" type="slidenum">
              <a:rPr lang="de-DE" smtClean="0"/>
              <a:t>6</a:t>
            </a:fld>
            <a:endParaRPr lang="de-DE"/>
          </a:p>
        </p:txBody>
      </p:sp>
    </p:spTree>
    <p:extLst>
      <p:ext uri="{BB962C8B-B14F-4D97-AF65-F5344CB8AC3E}">
        <p14:creationId xmlns:p14="http://schemas.microsoft.com/office/powerpoint/2010/main" val="1893033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dirty="0">
                <a:solidFill>
                  <a:srgbClr val="000000"/>
                </a:solidFill>
              </a:rPr>
              <a:t>Der Wert der ethnografischen Forschung liegt in ihrer Fähigkeit, reichhaltige Daten über individuelle Kundeninteraktionen zu liefern. Ethnografie ist für die explorative Forschung förderlich, da sie unbekannte Probleme und Einblicke in das Kundenverhalten aufdecken kann</a:t>
            </a:r>
          </a:p>
          <a:p>
            <a:endParaRPr lang="de-DE" dirty="0">
              <a:solidFill>
                <a:srgbClr val="000000"/>
              </a:solidFill>
            </a:endParaRPr>
          </a:p>
          <a:p>
            <a:r>
              <a:rPr lang="de-DE" sz="1200" dirty="0">
                <a:solidFill>
                  <a:srgbClr val="000000"/>
                </a:solidFill>
                <a:sym typeface="Wingdings" panose="05000000000000000000" pitchFamily="2" charset="2"/>
              </a:rPr>
              <a:t> Focus Groups -&gt; Gruppeninterviews</a:t>
            </a:r>
            <a:endParaRPr lang="en-US" sz="1200" dirty="0">
              <a:solidFill>
                <a:srgbClr val="000000"/>
              </a:solidFill>
            </a:endParaRPr>
          </a:p>
          <a:p>
            <a:endParaRPr lang="de-DE" dirty="0"/>
          </a:p>
        </p:txBody>
      </p:sp>
      <p:sp>
        <p:nvSpPr>
          <p:cNvPr id="4" name="Foliennummernplatzhalter 3"/>
          <p:cNvSpPr>
            <a:spLocks noGrp="1"/>
          </p:cNvSpPr>
          <p:nvPr>
            <p:ph type="sldNum" sz="quarter" idx="5"/>
          </p:nvPr>
        </p:nvSpPr>
        <p:spPr/>
        <p:txBody>
          <a:bodyPr/>
          <a:lstStyle/>
          <a:p>
            <a:fld id="{8FAA3480-48A5-4E91-9E2F-9BA3DD398807}" type="slidenum">
              <a:rPr lang="de-DE" smtClean="0"/>
              <a:t>7</a:t>
            </a:fld>
            <a:endParaRPr lang="de-DE"/>
          </a:p>
        </p:txBody>
      </p:sp>
    </p:spTree>
    <p:extLst>
      <p:ext uri="{BB962C8B-B14F-4D97-AF65-F5344CB8AC3E}">
        <p14:creationId xmlns:p14="http://schemas.microsoft.com/office/powerpoint/2010/main" val="3182424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8FAA3480-48A5-4E91-9E2F-9BA3DD398807}" type="slidenum">
              <a:rPr lang="de-DE" smtClean="0"/>
              <a:t>8</a:t>
            </a:fld>
            <a:endParaRPr lang="de-DE"/>
          </a:p>
        </p:txBody>
      </p:sp>
    </p:spTree>
    <p:extLst>
      <p:ext uri="{BB962C8B-B14F-4D97-AF65-F5344CB8AC3E}">
        <p14:creationId xmlns:p14="http://schemas.microsoft.com/office/powerpoint/2010/main" val="160712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8FAA3480-48A5-4E91-9E2F-9BA3DD398807}" type="slidenum">
              <a:rPr lang="de-DE" smtClean="0"/>
              <a:t>15</a:t>
            </a:fld>
            <a:endParaRPr lang="de-DE"/>
          </a:p>
        </p:txBody>
      </p:sp>
    </p:spTree>
    <p:extLst>
      <p:ext uri="{BB962C8B-B14F-4D97-AF65-F5344CB8AC3E}">
        <p14:creationId xmlns:p14="http://schemas.microsoft.com/office/powerpoint/2010/main" val="3120331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EF576F-1325-4687-BE49-C688D777784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40E492D0-BE84-4852-A711-C625FF4E5B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BD83BEB6-0104-496C-97F0-1FB01E31C90F}"/>
              </a:ext>
            </a:extLst>
          </p:cNvPr>
          <p:cNvSpPr>
            <a:spLocks noGrp="1"/>
          </p:cNvSpPr>
          <p:nvPr>
            <p:ph type="dt" sz="half" idx="10"/>
          </p:nvPr>
        </p:nvSpPr>
        <p:spPr/>
        <p:txBody>
          <a:bodyPr/>
          <a:lstStyle/>
          <a:p>
            <a:fld id="{17C00E64-5C16-42B5-9904-0AE197F57232}" type="datetime1">
              <a:rPr lang="de-DE" smtClean="0"/>
              <a:t>07.06.2021</a:t>
            </a:fld>
            <a:endParaRPr lang="de-DE"/>
          </a:p>
        </p:txBody>
      </p:sp>
      <p:sp>
        <p:nvSpPr>
          <p:cNvPr id="5" name="Fußzeilenplatzhalter 4">
            <a:extLst>
              <a:ext uri="{FF2B5EF4-FFF2-40B4-BE49-F238E27FC236}">
                <a16:creationId xmlns:a16="http://schemas.microsoft.com/office/drawing/2014/main" id="{B5627F26-94F9-4282-B367-A2F98FFADC8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EDED3DB-9AAD-4319-90B8-D0B0EC7D5B7F}"/>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591456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C3646D-4587-4C26-B998-B0B87E8BE476}"/>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4023765-7080-4E00-8020-4903D08CEE7C}"/>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48018BA-06DF-406C-B486-F4A701082479}"/>
              </a:ext>
            </a:extLst>
          </p:cNvPr>
          <p:cNvSpPr>
            <a:spLocks noGrp="1"/>
          </p:cNvSpPr>
          <p:nvPr>
            <p:ph type="dt" sz="half" idx="10"/>
          </p:nvPr>
        </p:nvSpPr>
        <p:spPr/>
        <p:txBody>
          <a:bodyPr/>
          <a:lstStyle/>
          <a:p>
            <a:fld id="{3109F62F-2DA5-485B-A203-92CD96D98FD4}" type="datetime1">
              <a:rPr lang="de-DE" smtClean="0"/>
              <a:t>07.06.2021</a:t>
            </a:fld>
            <a:endParaRPr lang="de-DE"/>
          </a:p>
        </p:txBody>
      </p:sp>
      <p:sp>
        <p:nvSpPr>
          <p:cNvPr id="5" name="Fußzeilenplatzhalter 4">
            <a:extLst>
              <a:ext uri="{FF2B5EF4-FFF2-40B4-BE49-F238E27FC236}">
                <a16:creationId xmlns:a16="http://schemas.microsoft.com/office/drawing/2014/main" id="{5AD15D08-720C-4884-A954-F5DE7DD84D0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2D01813-7E57-4EA9-ABDC-0F1CB15189FE}"/>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2887706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BF8DC9-D8C8-4AAE-8547-4741330B655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9328222-7CB8-4A21-A196-A8E64C33A4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87CC211-7D72-43FC-8CE1-2888EC8E2D3F}"/>
              </a:ext>
            </a:extLst>
          </p:cNvPr>
          <p:cNvSpPr>
            <a:spLocks noGrp="1"/>
          </p:cNvSpPr>
          <p:nvPr>
            <p:ph type="dt" sz="half" idx="10"/>
          </p:nvPr>
        </p:nvSpPr>
        <p:spPr/>
        <p:txBody>
          <a:bodyPr/>
          <a:lstStyle/>
          <a:p>
            <a:fld id="{8AD3ECF5-957F-44B6-86C1-AF74B8837FFD}" type="datetime1">
              <a:rPr lang="de-DE" smtClean="0"/>
              <a:t>07.06.2021</a:t>
            </a:fld>
            <a:endParaRPr lang="de-DE"/>
          </a:p>
        </p:txBody>
      </p:sp>
      <p:sp>
        <p:nvSpPr>
          <p:cNvPr id="5" name="Fußzeilenplatzhalter 4">
            <a:extLst>
              <a:ext uri="{FF2B5EF4-FFF2-40B4-BE49-F238E27FC236}">
                <a16:creationId xmlns:a16="http://schemas.microsoft.com/office/drawing/2014/main" id="{1EF7FD1F-71FC-4359-8D34-7020DB5951D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FA12901-BC28-42B1-8E04-6A647030DDE3}"/>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4180722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181C51-BC88-4C7A-812A-24725552E04E}"/>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C45452F-2BA6-4BA3-A34D-745AF3B713B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6104EF3-D6A4-4984-A508-D3FAD32B26DE}"/>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098D4316-7D67-4E1F-A126-07F5F02E967B}"/>
              </a:ext>
            </a:extLst>
          </p:cNvPr>
          <p:cNvSpPr>
            <a:spLocks noGrp="1"/>
          </p:cNvSpPr>
          <p:nvPr>
            <p:ph type="dt" sz="half" idx="10"/>
          </p:nvPr>
        </p:nvSpPr>
        <p:spPr/>
        <p:txBody>
          <a:bodyPr/>
          <a:lstStyle/>
          <a:p>
            <a:fld id="{F68A17FD-0F90-482D-8BCC-B5E1C7E64A83}" type="datetime1">
              <a:rPr lang="de-DE" smtClean="0"/>
              <a:t>07.06.2021</a:t>
            </a:fld>
            <a:endParaRPr lang="de-DE"/>
          </a:p>
        </p:txBody>
      </p:sp>
      <p:sp>
        <p:nvSpPr>
          <p:cNvPr id="6" name="Fußzeilenplatzhalter 5">
            <a:extLst>
              <a:ext uri="{FF2B5EF4-FFF2-40B4-BE49-F238E27FC236}">
                <a16:creationId xmlns:a16="http://schemas.microsoft.com/office/drawing/2014/main" id="{24A1B68B-EE0B-47AD-8F8A-00E7806F057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824AA98-C049-4362-A9A0-F4763459820B}"/>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3441990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FEAC1D-8860-4556-9E9F-16C64C6B4CB2}"/>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28CDC8AA-D9B1-44FA-9A43-944513FBA5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CBFE90-243A-4349-854B-654EE720C38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7BBFE4CF-96A6-4FC3-951C-7827E042AA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E08C4A65-1C59-4E79-B1CC-9D3AADB0BAD1}"/>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35B41B0-79CF-488D-9846-B02C53F13576}"/>
              </a:ext>
            </a:extLst>
          </p:cNvPr>
          <p:cNvSpPr>
            <a:spLocks noGrp="1"/>
          </p:cNvSpPr>
          <p:nvPr>
            <p:ph type="dt" sz="half" idx="10"/>
          </p:nvPr>
        </p:nvSpPr>
        <p:spPr/>
        <p:txBody>
          <a:bodyPr/>
          <a:lstStyle/>
          <a:p>
            <a:fld id="{74147AE6-904F-4028-8B92-C7DCE538CC58}" type="datetime1">
              <a:rPr lang="de-DE" smtClean="0"/>
              <a:t>07.06.2021</a:t>
            </a:fld>
            <a:endParaRPr lang="de-DE"/>
          </a:p>
        </p:txBody>
      </p:sp>
      <p:sp>
        <p:nvSpPr>
          <p:cNvPr id="8" name="Fußzeilenplatzhalter 7">
            <a:extLst>
              <a:ext uri="{FF2B5EF4-FFF2-40B4-BE49-F238E27FC236}">
                <a16:creationId xmlns:a16="http://schemas.microsoft.com/office/drawing/2014/main" id="{69961BDE-3E32-4151-8C2A-51F339FD6927}"/>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AF507B42-092A-4A99-8D8F-65F223F17F51}"/>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808650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060067-4E7E-4AED-A08A-6D6AB3242172}"/>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95E6AFB9-008B-4D29-8C69-2674A75F5F54}"/>
              </a:ext>
            </a:extLst>
          </p:cNvPr>
          <p:cNvSpPr>
            <a:spLocks noGrp="1"/>
          </p:cNvSpPr>
          <p:nvPr>
            <p:ph type="dt" sz="half" idx="10"/>
          </p:nvPr>
        </p:nvSpPr>
        <p:spPr/>
        <p:txBody>
          <a:bodyPr/>
          <a:lstStyle/>
          <a:p>
            <a:fld id="{22A908A4-CD3B-406C-8EA4-C1B6D6DD7A7A}" type="datetime1">
              <a:rPr lang="de-DE" smtClean="0"/>
              <a:t>07.06.2021</a:t>
            </a:fld>
            <a:endParaRPr lang="de-DE"/>
          </a:p>
        </p:txBody>
      </p:sp>
      <p:sp>
        <p:nvSpPr>
          <p:cNvPr id="4" name="Fußzeilenplatzhalter 3">
            <a:extLst>
              <a:ext uri="{FF2B5EF4-FFF2-40B4-BE49-F238E27FC236}">
                <a16:creationId xmlns:a16="http://schemas.microsoft.com/office/drawing/2014/main" id="{047398D8-BF6E-43DB-8A91-EE79F9803534}"/>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B88119C-0D0A-4C07-9441-367B56FCC840}"/>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5670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30CDB713-D077-4CC8-8397-0C0AF4BB88F0}"/>
              </a:ext>
            </a:extLst>
          </p:cNvPr>
          <p:cNvSpPr>
            <a:spLocks noGrp="1"/>
          </p:cNvSpPr>
          <p:nvPr>
            <p:ph type="dt" sz="half" idx="10"/>
          </p:nvPr>
        </p:nvSpPr>
        <p:spPr/>
        <p:txBody>
          <a:bodyPr/>
          <a:lstStyle/>
          <a:p>
            <a:fld id="{B02A6882-A0E3-4ED1-9504-4082CE58B939}" type="datetime1">
              <a:rPr lang="de-DE" smtClean="0"/>
              <a:t>07.06.2021</a:t>
            </a:fld>
            <a:endParaRPr lang="de-DE"/>
          </a:p>
        </p:txBody>
      </p:sp>
      <p:sp>
        <p:nvSpPr>
          <p:cNvPr id="3" name="Fußzeilenplatzhalter 2">
            <a:extLst>
              <a:ext uri="{FF2B5EF4-FFF2-40B4-BE49-F238E27FC236}">
                <a16:creationId xmlns:a16="http://schemas.microsoft.com/office/drawing/2014/main" id="{D56EEC7F-4381-4BE3-8286-996D1A7B9FC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4A8004A4-6381-44E6-A7D1-635EB2024B09}"/>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956653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688797-061F-48C0-B28C-9F420D5FA1F3}"/>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D5F15F49-8559-4185-87C4-FCDA7272D1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E29DB8F5-4A07-4F9B-AAEE-DB7C5CAF86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5FF34F0-BA92-4857-8078-49CE1AEB5203}"/>
              </a:ext>
            </a:extLst>
          </p:cNvPr>
          <p:cNvSpPr>
            <a:spLocks noGrp="1"/>
          </p:cNvSpPr>
          <p:nvPr>
            <p:ph type="dt" sz="half" idx="10"/>
          </p:nvPr>
        </p:nvSpPr>
        <p:spPr/>
        <p:txBody>
          <a:bodyPr/>
          <a:lstStyle/>
          <a:p>
            <a:fld id="{75BB3244-A09F-473D-B679-256137A18B7E}" type="datetime1">
              <a:rPr lang="de-DE" smtClean="0"/>
              <a:t>07.06.2021</a:t>
            </a:fld>
            <a:endParaRPr lang="de-DE"/>
          </a:p>
        </p:txBody>
      </p:sp>
      <p:sp>
        <p:nvSpPr>
          <p:cNvPr id="6" name="Fußzeilenplatzhalter 5">
            <a:extLst>
              <a:ext uri="{FF2B5EF4-FFF2-40B4-BE49-F238E27FC236}">
                <a16:creationId xmlns:a16="http://schemas.microsoft.com/office/drawing/2014/main" id="{CEE7D031-57AA-41D8-9E9C-746CAA62BEE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FD40B73-0BB8-4E25-A931-2188E8E8930B}"/>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508704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AE27CA-F89F-4718-B1F4-8ED1C28AD31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7D60E22C-BA55-44CD-BABC-ED762268FE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F4E2BB3A-D887-4617-A6F2-B0CDF6186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D2AF5BA-FCD6-4E46-91DA-B001D3D18837}"/>
              </a:ext>
            </a:extLst>
          </p:cNvPr>
          <p:cNvSpPr>
            <a:spLocks noGrp="1"/>
          </p:cNvSpPr>
          <p:nvPr>
            <p:ph type="dt" sz="half" idx="10"/>
          </p:nvPr>
        </p:nvSpPr>
        <p:spPr/>
        <p:txBody>
          <a:bodyPr/>
          <a:lstStyle/>
          <a:p>
            <a:fld id="{13014F91-6D4E-4F1E-A9DF-C3C70839EE92}" type="datetime1">
              <a:rPr lang="de-DE" smtClean="0"/>
              <a:t>07.06.2021</a:t>
            </a:fld>
            <a:endParaRPr lang="de-DE"/>
          </a:p>
        </p:txBody>
      </p:sp>
      <p:sp>
        <p:nvSpPr>
          <p:cNvPr id="6" name="Fußzeilenplatzhalter 5">
            <a:extLst>
              <a:ext uri="{FF2B5EF4-FFF2-40B4-BE49-F238E27FC236}">
                <a16:creationId xmlns:a16="http://schemas.microsoft.com/office/drawing/2014/main" id="{CDF7DD22-93A9-46E5-AC4C-F2B3E1A3DAF6}"/>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C0875571-75E3-49DB-930A-C1FA9F1F00A0}"/>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3518812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63B556-3C37-4156-876E-F686073D2AF4}"/>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108E4ABF-15A4-4A48-8305-00171BA74ACD}"/>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C448675-9A85-430B-87CA-3591D9F80B54}"/>
              </a:ext>
            </a:extLst>
          </p:cNvPr>
          <p:cNvSpPr>
            <a:spLocks noGrp="1"/>
          </p:cNvSpPr>
          <p:nvPr>
            <p:ph type="dt" sz="half" idx="10"/>
          </p:nvPr>
        </p:nvSpPr>
        <p:spPr/>
        <p:txBody>
          <a:bodyPr/>
          <a:lstStyle/>
          <a:p>
            <a:fld id="{4A6C0110-7729-4D3B-9603-F69B680D5E6E}" type="datetime1">
              <a:rPr lang="de-DE" smtClean="0"/>
              <a:t>07.06.2021</a:t>
            </a:fld>
            <a:endParaRPr lang="de-DE"/>
          </a:p>
        </p:txBody>
      </p:sp>
      <p:sp>
        <p:nvSpPr>
          <p:cNvPr id="5" name="Fußzeilenplatzhalter 4">
            <a:extLst>
              <a:ext uri="{FF2B5EF4-FFF2-40B4-BE49-F238E27FC236}">
                <a16:creationId xmlns:a16="http://schemas.microsoft.com/office/drawing/2014/main" id="{E2E1D29B-C6B9-4A76-8D91-F9700F7F60E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E2D050F-DD06-4F67-B38C-5D63CB14F9F3}"/>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2299783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20B31FA-A5A4-493A-8DC8-B193CB8CFB0F}"/>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756FC12D-E28F-4183-9BCE-ADFC20072DB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B5CCBC7-28C8-487E-BA7B-EB13004D5976}"/>
              </a:ext>
            </a:extLst>
          </p:cNvPr>
          <p:cNvSpPr>
            <a:spLocks noGrp="1"/>
          </p:cNvSpPr>
          <p:nvPr>
            <p:ph type="dt" sz="half" idx="10"/>
          </p:nvPr>
        </p:nvSpPr>
        <p:spPr/>
        <p:txBody>
          <a:bodyPr/>
          <a:lstStyle/>
          <a:p>
            <a:fld id="{2B2562E4-7120-4BA1-B2F9-A0C9C38E51CE}" type="datetime1">
              <a:rPr lang="de-DE" smtClean="0"/>
              <a:t>07.06.2021</a:t>
            </a:fld>
            <a:endParaRPr lang="de-DE"/>
          </a:p>
        </p:txBody>
      </p:sp>
      <p:sp>
        <p:nvSpPr>
          <p:cNvPr id="5" name="Fußzeilenplatzhalter 4">
            <a:extLst>
              <a:ext uri="{FF2B5EF4-FFF2-40B4-BE49-F238E27FC236}">
                <a16:creationId xmlns:a16="http://schemas.microsoft.com/office/drawing/2014/main" id="{DAEE15F2-CB29-44A5-95C4-392C9791CA7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875128B-D6BE-40F9-A718-7075FEE025E4}"/>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306680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1ED44DA-AF92-41C9-85A1-139E97889E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9E670303-FB68-47EA-8B2E-A67AF2BAEA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7A2939-19F9-4724-94F2-A456560E4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3D18B-32BD-4C85-8AD7-78C16C3FB3D9}" type="datetime1">
              <a:rPr lang="de-DE" smtClean="0"/>
              <a:t>07.06.2021</a:t>
            </a:fld>
            <a:endParaRPr lang="de-DE"/>
          </a:p>
        </p:txBody>
      </p:sp>
      <p:sp>
        <p:nvSpPr>
          <p:cNvPr id="5" name="Fußzeilenplatzhalter 4">
            <a:extLst>
              <a:ext uri="{FF2B5EF4-FFF2-40B4-BE49-F238E27FC236}">
                <a16:creationId xmlns:a16="http://schemas.microsoft.com/office/drawing/2014/main" id="{DE3B6E30-0813-4E81-8C1A-1F2077ED15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BE5C5BCD-A34D-465D-9704-3C68DD2F71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080B1-9218-45CE-BE7E-F8224E1D2069}" type="slidenum">
              <a:rPr lang="de-DE" smtClean="0"/>
              <a:t>‹Nr.›</a:t>
            </a:fld>
            <a:endParaRPr lang="de-DE"/>
          </a:p>
        </p:txBody>
      </p:sp>
    </p:spTree>
    <p:extLst>
      <p:ext uri="{BB962C8B-B14F-4D97-AF65-F5344CB8AC3E}">
        <p14:creationId xmlns:p14="http://schemas.microsoft.com/office/powerpoint/2010/main" val="3031107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1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fik 4">
            <a:extLst>
              <a:ext uri="{FF2B5EF4-FFF2-40B4-BE49-F238E27FC236}">
                <a16:creationId xmlns:a16="http://schemas.microsoft.com/office/drawing/2014/main" id="{5593695E-FAA8-49B8-A2CB-C3FEF5AA81D5}"/>
              </a:ext>
            </a:extLst>
          </p:cNvPr>
          <p:cNvPicPr>
            <a:picLocks noChangeAspect="1"/>
          </p:cNvPicPr>
          <p:nvPr/>
        </p:nvPicPr>
        <p:blipFill rotWithShape="1">
          <a:blip r:embed="rId2">
            <a:extLst>
              <a:ext uri="{28A0092B-C50C-407E-A947-70E740481C1C}">
                <a14:useLocalDpi xmlns:a14="http://schemas.microsoft.com/office/drawing/2010/main" val="0"/>
              </a:ext>
            </a:extLst>
          </a:blip>
          <a:srcRect l="9397" r="10234"/>
          <a:stretch/>
        </p:blipFill>
        <p:spPr>
          <a:xfrm>
            <a:off x="2522358" y="10"/>
            <a:ext cx="9669642" cy="6857990"/>
          </a:xfrm>
          <a:prstGeom prst="rect">
            <a:avLst/>
          </a:prstGeom>
        </p:spPr>
      </p:pic>
      <p:sp>
        <p:nvSpPr>
          <p:cNvPr id="39" name="Rectangle 2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EE25B563-104F-48A5-BBE7-A4FED326DA29}"/>
              </a:ext>
            </a:extLst>
          </p:cNvPr>
          <p:cNvSpPr>
            <a:spLocks noGrp="1"/>
          </p:cNvSpPr>
          <p:nvPr>
            <p:ph type="ctrTitle"/>
          </p:nvPr>
        </p:nvSpPr>
        <p:spPr>
          <a:xfrm>
            <a:off x="717336" y="626001"/>
            <a:ext cx="3973385" cy="1907474"/>
          </a:xfrm>
          <a:noFill/>
        </p:spPr>
        <p:txBody>
          <a:bodyPr>
            <a:normAutofit/>
          </a:bodyPr>
          <a:lstStyle/>
          <a:p>
            <a:pPr algn="l"/>
            <a:r>
              <a:rPr lang="de-DE" sz="5200" dirty="0"/>
              <a:t>Customer Journey Maps</a:t>
            </a:r>
          </a:p>
        </p:txBody>
      </p:sp>
      <p:sp>
        <p:nvSpPr>
          <p:cNvPr id="3" name="Untertitel 2">
            <a:extLst>
              <a:ext uri="{FF2B5EF4-FFF2-40B4-BE49-F238E27FC236}">
                <a16:creationId xmlns:a16="http://schemas.microsoft.com/office/drawing/2014/main" id="{7ABAC26B-C6B4-48DA-A2D9-1412FCD8B72B}"/>
              </a:ext>
            </a:extLst>
          </p:cNvPr>
          <p:cNvSpPr>
            <a:spLocks noGrp="1"/>
          </p:cNvSpPr>
          <p:nvPr>
            <p:ph type="subTitle" idx="1"/>
          </p:nvPr>
        </p:nvSpPr>
        <p:spPr>
          <a:xfrm>
            <a:off x="426608" y="3394358"/>
            <a:ext cx="4690676" cy="3004747"/>
          </a:xfrm>
          <a:noFill/>
        </p:spPr>
        <p:txBody>
          <a:bodyPr>
            <a:noAutofit/>
          </a:bodyPr>
          <a:lstStyle/>
          <a:p>
            <a:pPr algn="l"/>
            <a:r>
              <a:rPr lang="de-DE" sz="1800" b="0" i="0" u="none" strike="noStrike" baseline="0" dirty="0"/>
              <a:t>Die Customer Journey </a:t>
            </a:r>
            <a:r>
              <a:rPr lang="de-DE" sz="1800" b="0" i="0" u="none" strike="noStrike" baseline="0" dirty="0" err="1"/>
              <a:t>Map</a:t>
            </a:r>
            <a:r>
              <a:rPr lang="de-DE" sz="1800" b="0" i="0" u="none" strike="noStrike" baseline="0" dirty="0"/>
              <a:t> (CJM) visuelle Darstellung der User Journey und der Erfahrung bei der Nutzung eines Dienstes oder Bereichs.</a:t>
            </a:r>
          </a:p>
          <a:p>
            <a:pPr algn="l"/>
            <a:r>
              <a:rPr lang="de-DE" sz="1800" b="0" i="0" u="none" strike="noStrike" baseline="0" dirty="0"/>
              <a:t>Die CJM visualisiert die User Journey von Anfang bis Ende einer Aufgabe, um die verschiedenen Phasen, Schritte und Touchpoints, die ein Benutzer durchlaufen muss, um eine Aufgabe zu erledigen, hervorzuheben und zu verstehen.</a:t>
            </a:r>
            <a:endParaRPr lang="de-DE" sz="1800" dirty="0"/>
          </a:p>
        </p:txBody>
      </p:sp>
    </p:spTree>
    <p:extLst>
      <p:ext uri="{BB962C8B-B14F-4D97-AF65-F5344CB8AC3E}">
        <p14:creationId xmlns:p14="http://schemas.microsoft.com/office/powerpoint/2010/main" val="180445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B91607-EDD2-4B4C-872C-E119B0F85B47}"/>
              </a:ext>
            </a:extLst>
          </p:cNvPr>
          <p:cNvSpPr>
            <a:spLocks noGrp="1"/>
          </p:cNvSpPr>
          <p:nvPr>
            <p:ph type="ctrTitle"/>
          </p:nvPr>
        </p:nvSpPr>
        <p:spPr>
          <a:xfrm>
            <a:off x="590206" y="1669500"/>
            <a:ext cx="3505495" cy="1622321"/>
          </a:xfrm>
        </p:spPr>
        <p:txBody>
          <a:bodyPr vert="horz" lIns="91440" tIns="45720" rIns="91440" bIns="45720" rtlCol="0" anchor="ctr">
            <a:normAutofit/>
          </a:bodyPr>
          <a:lstStyle/>
          <a:p>
            <a:pPr algn="l"/>
            <a:r>
              <a:rPr lang="en-US" sz="3700" kern="1200" dirty="0" err="1">
                <a:solidFill>
                  <a:schemeClr val="tx1"/>
                </a:solidFill>
                <a:latin typeface="+mj-lt"/>
                <a:ea typeface="+mj-ea"/>
                <a:cs typeface="+mj-cs"/>
              </a:rPr>
              <a:t>Warum</a:t>
            </a:r>
            <a:r>
              <a:rPr lang="en-US" sz="3700" kern="1200" dirty="0">
                <a:solidFill>
                  <a:schemeClr val="tx1"/>
                </a:solidFill>
                <a:latin typeface="+mj-lt"/>
                <a:ea typeface="+mj-ea"/>
                <a:cs typeface="+mj-cs"/>
              </a:rPr>
              <a:t> Customer Journey Maps</a:t>
            </a:r>
          </a:p>
        </p:txBody>
      </p:sp>
      <p:sp>
        <p:nvSpPr>
          <p:cNvPr id="16" name="Rectangle 15">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feld 8">
            <a:extLst>
              <a:ext uri="{FF2B5EF4-FFF2-40B4-BE49-F238E27FC236}">
                <a16:creationId xmlns:a16="http://schemas.microsoft.com/office/drawing/2014/main" id="{245E1114-0D50-4F21-9E82-2A8FEE02D909}"/>
              </a:ext>
            </a:extLst>
          </p:cNvPr>
          <p:cNvSpPr txBox="1"/>
          <p:nvPr/>
        </p:nvSpPr>
        <p:spPr>
          <a:xfrm>
            <a:off x="5235777" y="6400800"/>
            <a:ext cx="6357807" cy="3774234"/>
          </a:xfrm>
          <a:prstGeom prst="rect">
            <a:avLst/>
          </a:prstGeom>
        </p:spPr>
        <p:txBody>
          <a:bodyPr vert="horz" lIns="91440" tIns="45720" rIns="91440" bIns="45720" rtlCol="0">
            <a:normAutofit/>
          </a:bodyPr>
          <a:lstStyle/>
          <a:p>
            <a:pPr>
              <a:lnSpc>
                <a:spcPct val="90000"/>
              </a:lnSpc>
              <a:spcAft>
                <a:spcPts val="600"/>
              </a:spcAft>
            </a:pPr>
            <a:r>
              <a:rPr lang="de-DE" sz="900" b="0" i="0" dirty="0">
                <a:effectLst/>
                <a:latin typeface="Arial" panose="020B0604020202020204" pitchFamily="34" charset="0"/>
              </a:rPr>
              <a:t>[Institut der deutschen Wirtschaft 2021] </a:t>
            </a:r>
            <a:endParaRPr lang="en-US" sz="2000" dirty="0"/>
          </a:p>
        </p:txBody>
      </p:sp>
      <p:sp>
        <p:nvSpPr>
          <p:cNvPr id="14"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7">
            <a:extLst>
              <a:ext uri="{FF2B5EF4-FFF2-40B4-BE49-F238E27FC236}">
                <a16:creationId xmlns:a16="http://schemas.microsoft.com/office/drawing/2014/main" id="{71345C35-956C-44B6-93CE-A7F14FA6BD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5862" y="1049741"/>
            <a:ext cx="6019331" cy="4755271"/>
          </a:xfrm>
          <a:prstGeom prst="rect">
            <a:avLst/>
          </a:prstGeom>
          <a:effectLst/>
        </p:spPr>
      </p:pic>
    </p:spTree>
    <p:extLst>
      <p:ext uri="{BB962C8B-B14F-4D97-AF65-F5344CB8AC3E}">
        <p14:creationId xmlns:p14="http://schemas.microsoft.com/office/powerpoint/2010/main" val="4153221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785D4A5-B972-43CC-BD41-52A866229F36}"/>
              </a:ext>
            </a:extLst>
          </p:cNvPr>
          <p:cNvSpPr>
            <a:spLocks noGrp="1"/>
          </p:cNvSpPr>
          <p:nvPr>
            <p:ph type="title"/>
          </p:nvPr>
        </p:nvSpPr>
        <p:spPr>
          <a:xfrm>
            <a:off x="838199" y="537883"/>
            <a:ext cx="4783697" cy="1942810"/>
          </a:xfrm>
        </p:spPr>
        <p:txBody>
          <a:bodyPr anchor="b">
            <a:normAutofit/>
          </a:bodyPr>
          <a:lstStyle/>
          <a:p>
            <a:r>
              <a:rPr lang="de-DE" sz="4000"/>
              <a:t>Ziel einer Customer Journey Map</a:t>
            </a:r>
          </a:p>
        </p:txBody>
      </p:sp>
      <p:sp>
        <p:nvSpPr>
          <p:cNvPr id="3" name="Inhaltsplatzhalter 2">
            <a:extLst>
              <a:ext uri="{FF2B5EF4-FFF2-40B4-BE49-F238E27FC236}">
                <a16:creationId xmlns:a16="http://schemas.microsoft.com/office/drawing/2014/main" id="{6610B3B9-FEB1-4A6D-A35C-2BBE1077D41E}"/>
              </a:ext>
            </a:extLst>
          </p:cNvPr>
          <p:cNvSpPr>
            <a:spLocks noGrp="1"/>
          </p:cNvSpPr>
          <p:nvPr>
            <p:ph idx="1"/>
          </p:nvPr>
        </p:nvSpPr>
        <p:spPr>
          <a:xfrm>
            <a:off x="838199" y="2686323"/>
            <a:ext cx="4783697" cy="3433583"/>
          </a:xfrm>
        </p:spPr>
        <p:txBody>
          <a:bodyPr>
            <a:normAutofit/>
          </a:bodyPr>
          <a:lstStyle/>
          <a:p>
            <a:pPr marL="0" indent="0">
              <a:buNone/>
            </a:pPr>
            <a:endParaRPr lang="de-DE" sz="1700" dirty="0"/>
          </a:p>
          <a:p>
            <a:r>
              <a:rPr lang="de-DE" sz="1700" dirty="0"/>
              <a:t>Analyse welche Berührungspunkte mit dem Produkt besonders ausschlaggebend für den Kauf/die Nutzung waren </a:t>
            </a:r>
          </a:p>
          <a:p>
            <a:endParaRPr lang="de-DE" sz="1700" dirty="0"/>
          </a:p>
          <a:p>
            <a:r>
              <a:rPr lang="de-DE" sz="1700" dirty="0"/>
              <a:t>Möglichkeit die Wirkung verschiedener Kanäle aufeinander zu observieren </a:t>
            </a:r>
          </a:p>
          <a:p>
            <a:endParaRPr lang="de-DE" sz="1700" dirty="0"/>
          </a:p>
          <a:p>
            <a:r>
              <a:rPr lang="de-DE" sz="1700" dirty="0"/>
              <a:t>Gewinnung von Erkenntnissen über das Verhalten und die Präferenzen der Zielgruppe bezüglich der Nutzung und Reaktionen auf Werbung gewonnen</a:t>
            </a:r>
          </a:p>
        </p:txBody>
      </p:sp>
      <p:pic>
        <p:nvPicPr>
          <p:cNvPr id="5" name="Grafik 4" descr="Ein Bild, das Pfeil enthält.&#10;&#10;Automatisch generierte Beschreibung">
            <a:extLst>
              <a:ext uri="{FF2B5EF4-FFF2-40B4-BE49-F238E27FC236}">
                <a16:creationId xmlns:a16="http://schemas.microsoft.com/office/drawing/2014/main" id="{B6040C19-5775-4FBD-9565-74EF57154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8424" y="2211106"/>
            <a:ext cx="5706413" cy="2377671"/>
          </a:xfrm>
          <a:prstGeom prst="rect">
            <a:avLst/>
          </a:prstGeom>
        </p:spPr>
      </p:pic>
    </p:spTree>
    <p:extLst>
      <p:ext uri="{BB962C8B-B14F-4D97-AF65-F5344CB8AC3E}">
        <p14:creationId xmlns:p14="http://schemas.microsoft.com/office/powerpoint/2010/main" val="3884062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D19BB8BE-1351-4D9B-B761-F84A0B5B6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A12B39D-1DCF-4862-8C4D-ABBC433A2EF6}"/>
              </a:ext>
            </a:extLst>
          </p:cNvPr>
          <p:cNvSpPr>
            <a:spLocks noGrp="1"/>
          </p:cNvSpPr>
          <p:nvPr>
            <p:ph type="title"/>
          </p:nvPr>
        </p:nvSpPr>
        <p:spPr>
          <a:xfrm>
            <a:off x="838199" y="573741"/>
            <a:ext cx="3785554" cy="2199341"/>
          </a:xfrm>
        </p:spPr>
        <p:txBody>
          <a:bodyPr anchor="b">
            <a:normAutofit/>
          </a:bodyPr>
          <a:lstStyle/>
          <a:p>
            <a:r>
              <a:rPr lang="de-DE" sz="4000"/>
              <a:t>Aktueller Einsatz in der Industrie</a:t>
            </a:r>
          </a:p>
        </p:txBody>
      </p:sp>
      <p:sp>
        <p:nvSpPr>
          <p:cNvPr id="3" name="Inhaltsplatzhalter 2">
            <a:extLst>
              <a:ext uri="{FF2B5EF4-FFF2-40B4-BE49-F238E27FC236}">
                <a16:creationId xmlns:a16="http://schemas.microsoft.com/office/drawing/2014/main" id="{B752ADDD-2B26-4BB0-AC45-5A3D985C19CF}"/>
              </a:ext>
            </a:extLst>
          </p:cNvPr>
          <p:cNvSpPr>
            <a:spLocks noGrp="1"/>
          </p:cNvSpPr>
          <p:nvPr>
            <p:ph idx="1"/>
          </p:nvPr>
        </p:nvSpPr>
        <p:spPr>
          <a:xfrm>
            <a:off x="838199" y="2982260"/>
            <a:ext cx="3748441" cy="3149600"/>
          </a:xfrm>
        </p:spPr>
        <p:txBody>
          <a:bodyPr>
            <a:normAutofit/>
          </a:bodyPr>
          <a:lstStyle/>
          <a:p>
            <a:r>
              <a:rPr lang="de-DE" sz="2000"/>
              <a:t>Datengetriebene Analyse der Kunden nimmt in der Industrie immer weiter zu</a:t>
            </a:r>
          </a:p>
          <a:p>
            <a:pPr marL="0" indent="0">
              <a:buNone/>
            </a:pPr>
            <a:endParaRPr lang="de-DE" sz="2000"/>
          </a:p>
          <a:p>
            <a:r>
              <a:rPr lang="de-DE" sz="2000"/>
              <a:t>Zusätzlich erlauben verschiedenste digitale Kanäle der Industrie Daten auf unterschiedle Weise zu sammeln</a:t>
            </a:r>
          </a:p>
        </p:txBody>
      </p:sp>
      <p:pic>
        <p:nvPicPr>
          <p:cNvPr id="5" name="Grafik 4">
            <a:extLst>
              <a:ext uri="{FF2B5EF4-FFF2-40B4-BE49-F238E27FC236}">
                <a16:creationId xmlns:a16="http://schemas.microsoft.com/office/drawing/2014/main" id="{2A210FEA-70EE-432E-9791-E09D0B5874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1801" y="1838500"/>
            <a:ext cx="6362000" cy="3181000"/>
          </a:xfrm>
          <a:prstGeom prst="rect">
            <a:avLst/>
          </a:prstGeom>
        </p:spPr>
      </p:pic>
    </p:spTree>
    <p:extLst>
      <p:ext uri="{BB962C8B-B14F-4D97-AF65-F5344CB8AC3E}">
        <p14:creationId xmlns:p14="http://schemas.microsoft.com/office/powerpoint/2010/main" val="1665137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79D8D2-07EF-416C-A247-81F1C89A4FAF}"/>
              </a:ext>
            </a:extLst>
          </p:cNvPr>
          <p:cNvSpPr>
            <a:spLocks noGrp="1"/>
          </p:cNvSpPr>
          <p:nvPr>
            <p:ph type="title"/>
          </p:nvPr>
        </p:nvSpPr>
        <p:spPr/>
        <p:txBody>
          <a:bodyPr/>
          <a:lstStyle/>
          <a:p>
            <a:pPr algn="ctr"/>
            <a:r>
              <a:rPr lang="de-DE" dirty="0"/>
              <a:t>Bestandteile einer CJM</a:t>
            </a:r>
          </a:p>
        </p:txBody>
      </p:sp>
      <p:sp>
        <p:nvSpPr>
          <p:cNvPr id="4" name="Textfeld 3">
            <a:extLst>
              <a:ext uri="{FF2B5EF4-FFF2-40B4-BE49-F238E27FC236}">
                <a16:creationId xmlns:a16="http://schemas.microsoft.com/office/drawing/2014/main" id="{F2778520-16A5-442E-8B6F-13AB50F62432}"/>
              </a:ext>
            </a:extLst>
          </p:cNvPr>
          <p:cNvSpPr txBox="1"/>
          <p:nvPr/>
        </p:nvSpPr>
        <p:spPr>
          <a:xfrm>
            <a:off x="218900" y="6488668"/>
            <a:ext cx="10382250" cy="523220"/>
          </a:xfrm>
          <a:prstGeom prst="rect">
            <a:avLst/>
          </a:prstGeom>
          <a:noFill/>
        </p:spPr>
        <p:txBody>
          <a:bodyPr wrap="square" rtlCol="0">
            <a:spAutoFit/>
          </a:bodyPr>
          <a:lstStyle/>
          <a:p>
            <a:r>
              <a:rPr lang="de-DE" sz="1000" b="0" i="0" dirty="0">
                <a:effectLst/>
                <a:latin typeface="Arial" panose="020B0604020202020204" pitchFamily="34" charset="0"/>
              </a:rPr>
              <a:t>[</a:t>
            </a:r>
            <a:r>
              <a:rPr lang="de-DE" sz="1000" b="0" i="0" dirty="0" err="1">
                <a:effectLst/>
                <a:latin typeface="Arial" panose="020B0604020202020204" pitchFamily="34" charset="0"/>
              </a:rPr>
              <a:t>Haugstveitet</a:t>
            </a:r>
            <a:r>
              <a:rPr lang="de-DE" sz="1000" b="0" i="0" dirty="0">
                <a:effectLst/>
                <a:latin typeface="Arial" panose="020B0604020202020204" pitchFamily="34" charset="0"/>
              </a:rPr>
              <a:t> al.2016]</a:t>
            </a:r>
            <a:br>
              <a:rPr lang="de-DE" dirty="0"/>
            </a:br>
            <a:endParaRPr lang="de-DE" dirty="0"/>
          </a:p>
        </p:txBody>
      </p:sp>
      <p:pic>
        <p:nvPicPr>
          <p:cNvPr id="6" name="Grafik 5">
            <a:extLst>
              <a:ext uri="{FF2B5EF4-FFF2-40B4-BE49-F238E27FC236}">
                <a16:creationId xmlns:a16="http://schemas.microsoft.com/office/drawing/2014/main" id="{DFBA434E-0D0C-492E-84F2-A7F34BA165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2992" y="1516388"/>
            <a:ext cx="8226016" cy="5079346"/>
          </a:xfrm>
          <a:prstGeom prst="rect">
            <a:avLst/>
          </a:prstGeom>
        </p:spPr>
      </p:pic>
    </p:spTree>
    <p:extLst>
      <p:ext uri="{BB962C8B-B14F-4D97-AF65-F5344CB8AC3E}">
        <p14:creationId xmlns:p14="http://schemas.microsoft.com/office/powerpoint/2010/main" val="1054796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8E8795-993C-4B30-AC29-47D69707DE28}"/>
              </a:ext>
            </a:extLst>
          </p:cNvPr>
          <p:cNvSpPr>
            <a:spLocks noGrp="1"/>
          </p:cNvSpPr>
          <p:nvPr>
            <p:ph type="title"/>
          </p:nvPr>
        </p:nvSpPr>
        <p:spPr/>
        <p:txBody>
          <a:bodyPr/>
          <a:lstStyle/>
          <a:p>
            <a:pPr algn="ctr"/>
            <a:r>
              <a:rPr lang="de-DE" dirty="0"/>
              <a:t>Bestandteile einer CJM</a:t>
            </a:r>
          </a:p>
        </p:txBody>
      </p:sp>
      <p:pic>
        <p:nvPicPr>
          <p:cNvPr id="5" name="Grafik 4">
            <a:extLst>
              <a:ext uri="{FF2B5EF4-FFF2-40B4-BE49-F238E27FC236}">
                <a16:creationId xmlns:a16="http://schemas.microsoft.com/office/drawing/2014/main" id="{406F8EC9-3B1B-4E95-AB6B-BF3A21CCA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5041" y="1796663"/>
            <a:ext cx="8792802" cy="4086795"/>
          </a:xfrm>
          <a:prstGeom prst="rect">
            <a:avLst/>
          </a:prstGeom>
        </p:spPr>
      </p:pic>
      <p:sp>
        <p:nvSpPr>
          <p:cNvPr id="7" name="Textfeld 6">
            <a:extLst>
              <a:ext uri="{FF2B5EF4-FFF2-40B4-BE49-F238E27FC236}">
                <a16:creationId xmlns:a16="http://schemas.microsoft.com/office/drawing/2014/main" id="{163356FB-8450-43EE-B42D-F347717A41C6}"/>
              </a:ext>
            </a:extLst>
          </p:cNvPr>
          <p:cNvSpPr txBox="1"/>
          <p:nvPr/>
        </p:nvSpPr>
        <p:spPr>
          <a:xfrm>
            <a:off x="218900" y="6488668"/>
            <a:ext cx="10382250" cy="523220"/>
          </a:xfrm>
          <a:prstGeom prst="rect">
            <a:avLst/>
          </a:prstGeom>
          <a:noFill/>
        </p:spPr>
        <p:txBody>
          <a:bodyPr wrap="square" rtlCol="0">
            <a:spAutoFit/>
          </a:bodyPr>
          <a:lstStyle/>
          <a:p>
            <a:r>
              <a:rPr lang="de-DE" sz="1000" b="0" i="0" dirty="0">
                <a:effectLst/>
                <a:latin typeface="Arial" panose="020B0604020202020204" pitchFamily="34" charset="0"/>
              </a:rPr>
              <a:t>[</a:t>
            </a:r>
            <a:r>
              <a:rPr lang="de-DE" sz="1000" b="0" i="0" dirty="0" err="1">
                <a:effectLst/>
                <a:latin typeface="Arial" panose="020B0604020202020204" pitchFamily="34" charset="0"/>
              </a:rPr>
              <a:t>Haugstveitet</a:t>
            </a:r>
            <a:r>
              <a:rPr lang="de-DE" sz="1000" b="0" i="0" dirty="0">
                <a:effectLst/>
                <a:latin typeface="Arial" panose="020B0604020202020204" pitchFamily="34" charset="0"/>
              </a:rPr>
              <a:t> al.2016]</a:t>
            </a:r>
            <a:br>
              <a:rPr lang="de-DE" dirty="0"/>
            </a:br>
            <a:endParaRPr lang="de-DE" dirty="0"/>
          </a:p>
        </p:txBody>
      </p:sp>
    </p:spTree>
    <p:extLst>
      <p:ext uri="{BB962C8B-B14F-4D97-AF65-F5344CB8AC3E}">
        <p14:creationId xmlns:p14="http://schemas.microsoft.com/office/powerpoint/2010/main" val="979458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D19BB8BE-1351-4D9B-B761-F84A0B5B6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A3D8671-380D-4C62-ACED-8BA6E69CD227}"/>
              </a:ext>
            </a:extLst>
          </p:cNvPr>
          <p:cNvSpPr>
            <a:spLocks noGrp="1"/>
          </p:cNvSpPr>
          <p:nvPr>
            <p:ph type="title"/>
          </p:nvPr>
        </p:nvSpPr>
        <p:spPr>
          <a:xfrm>
            <a:off x="838199" y="573741"/>
            <a:ext cx="3785554" cy="1557063"/>
          </a:xfrm>
        </p:spPr>
        <p:txBody>
          <a:bodyPr anchor="b">
            <a:normAutofit fontScale="90000"/>
          </a:bodyPr>
          <a:lstStyle/>
          <a:p>
            <a:pPr algn="ctr"/>
            <a:r>
              <a:rPr lang="de-DE" sz="4000" dirty="0"/>
              <a:t>Methoden zur Erstellung einer CJM</a:t>
            </a:r>
          </a:p>
        </p:txBody>
      </p:sp>
      <p:sp>
        <p:nvSpPr>
          <p:cNvPr id="3" name="Inhaltsplatzhalter 2">
            <a:extLst>
              <a:ext uri="{FF2B5EF4-FFF2-40B4-BE49-F238E27FC236}">
                <a16:creationId xmlns:a16="http://schemas.microsoft.com/office/drawing/2014/main" id="{317B21FB-06EE-4DD0-B1D3-931E3C3A24F9}"/>
              </a:ext>
            </a:extLst>
          </p:cNvPr>
          <p:cNvSpPr>
            <a:spLocks noGrp="1"/>
          </p:cNvSpPr>
          <p:nvPr>
            <p:ph idx="1"/>
          </p:nvPr>
        </p:nvSpPr>
        <p:spPr>
          <a:xfrm>
            <a:off x="771087" y="2704545"/>
            <a:ext cx="3748441" cy="3149600"/>
          </a:xfrm>
        </p:spPr>
        <p:txBody>
          <a:bodyPr>
            <a:normAutofit/>
          </a:bodyPr>
          <a:lstStyle/>
          <a:p>
            <a:r>
              <a:rPr lang="de-DE" sz="1400" i="0" u="none" strike="noStrike" baseline="0" dirty="0"/>
              <a:t>User Tagebuch</a:t>
            </a:r>
          </a:p>
          <a:p>
            <a:r>
              <a:rPr lang="de-DE" sz="1400" i="0" u="none" strike="noStrike" baseline="0" dirty="0"/>
              <a:t>Hierarchischen Aufgaben-Analyse</a:t>
            </a:r>
          </a:p>
          <a:p>
            <a:r>
              <a:rPr lang="de-DE" sz="1400" dirty="0"/>
              <a:t>Fokusgruppen</a:t>
            </a:r>
            <a:endParaRPr lang="de-DE" sz="1400" b="0" i="0" u="none" strike="noStrike" baseline="0" dirty="0"/>
          </a:p>
          <a:p>
            <a:r>
              <a:rPr lang="de-DE" sz="1400" b="0" i="0" u="none" strike="noStrike" baseline="0" dirty="0"/>
              <a:t>Individuelle Interviews (Meist Semi-Strukturiert)</a:t>
            </a:r>
          </a:p>
          <a:p>
            <a:r>
              <a:rPr lang="de-DE" sz="1400" b="0" i="0" u="none" strike="noStrike" baseline="0" dirty="0"/>
              <a:t>Beobachtung</a:t>
            </a:r>
          </a:p>
          <a:p>
            <a:pPr marL="0" indent="0">
              <a:buNone/>
            </a:pPr>
            <a:endParaRPr lang="en-US" sz="1400" b="0" i="0" u="none" strike="noStrike" baseline="0" dirty="0"/>
          </a:p>
          <a:p>
            <a:endParaRPr lang="de-DE" sz="1400" dirty="0"/>
          </a:p>
        </p:txBody>
      </p:sp>
      <p:pic>
        <p:nvPicPr>
          <p:cNvPr id="5" name="Grafik 4">
            <a:extLst>
              <a:ext uri="{FF2B5EF4-FFF2-40B4-BE49-F238E27FC236}">
                <a16:creationId xmlns:a16="http://schemas.microsoft.com/office/drawing/2014/main" id="{190BED7C-F023-45A9-82E6-F21F1C5C66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1801" y="1576067"/>
            <a:ext cx="6362000" cy="3705865"/>
          </a:xfrm>
          <a:prstGeom prst="rect">
            <a:avLst/>
          </a:prstGeom>
        </p:spPr>
      </p:pic>
    </p:spTree>
    <p:extLst>
      <p:ext uri="{BB962C8B-B14F-4D97-AF65-F5344CB8AC3E}">
        <p14:creationId xmlns:p14="http://schemas.microsoft.com/office/powerpoint/2010/main" val="4196420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19BB8BE-1351-4D9B-B761-F84A0B5B6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F597BAC-6CF9-4073-A515-BB628891AE92}"/>
              </a:ext>
            </a:extLst>
          </p:cNvPr>
          <p:cNvSpPr>
            <a:spLocks noGrp="1"/>
          </p:cNvSpPr>
          <p:nvPr>
            <p:ph type="title"/>
          </p:nvPr>
        </p:nvSpPr>
        <p:spPr>
          <a:xfrm>
            <a:off x="143627" y="458818"/>
            <a:ext cx="3785554" cy="911109"/>
          </a:xfrm>
        </p:spPr>
        <p:txBody>
          <a:bodyPr vert="horz" lIns="91440" tIns="45720" rIns="91440" bIns="45720" rtlCol="0" anchor="b">
            <a:normAutofit/>
          </a:bodyPr>
          <a:lstStyle/>
          <a:p>
            <a:pPr algn="ctr"/>
            <a:r>
              <a:rPr lang="de-DE" sz="4000" kern="1200" dirty="0">
                <a:solidFill>
                  <a:schemeClr val="tx1"/>
                </a:solidFill>
                <a:latin typeface="+mj-lt"/>
                <a:ea typeface="+mj-ea"/>
                <a:cs typeface="+mj-cs"/>
              </a:rPr>
              <a:t>Fallbeispiel</a:t>
            </a:r>
          </a:p>
        </p:txBody>
      </p:sp>
      <p:sp>
        <p:nvSpPr>
          <p:cNvPr id="4" name="Textfeld 3">
            <a:extLst>
              <a:ext uri="{FF2B5EF4-FFF2-40B4-BE49-F238E27FC236}">
                <a16:creationId xmlns:a16="http://schemas.microsoft.com/office/drawing/2014/main" id="{EE98651D-1846-4664-86CB-10AB701FE291}"/>
              </a:ext>
            </a:extLst>
          </p:cNvPr>
          <p:cNvSpPr txBox="1"/>
          <p:nvPr/>
        </p:nvSpPr>
        <p:spPr>
          <a:xfrm>
            <a:off x="334859" y="2327918"/>
            <a:ext cx="3339519" cy="3116537"/>
          </a:xfrm>
          <a:prstGeom prst="rect">
            <a:avLst/>
          </a:prstGeom>
        </p:spPr>
        <p:txBody>
          <a:bodyPr vert="horz" lIns="91440" tIns="45720" rIns="91440" bIns="45720" rtlCol="0">
            <a:normAutofit/>
          </a:bodyPr>
          <a:lstStyle/>
          <a:p>
            <a:pPr>
              <a:lnSpc>
                <a:spcPct val="90000"/>
              </a:lnSpc>
              <a:spcAft>
                <a:spcPts val="600"/>
              </a:spcAft>
            </a:pPr>
            <a:r>
              <a:rPr lang="de-DE" sz="2000" dirty="0"/>
              <a:t>Im Fallbeispiel wird eines der weltweit größten Einkaufszentren analysiert. Dieses bietet den Kunden ein vielfältiges Angebot an Einkaufs-, Unterhaltungs- und Essen/Getränke-Optionen.</a:t>
            </a:r>
          </a:p>
        </p:txBody>
      </p:sp>
      <p:pic>
        <p:nvPicPr>
          <p:cNvPr id="6" name="Grafik 5" descr="Ein Bild, das Tisch enthält.&#10;&#10;Automatisch generierte Beschreibung">
            <a:extLst>
              <a:ext uri="{FF2B5EF4-FFF2-40B4-BE49-F238E27FC236}">
                <a16:creationId xmlns:a16="http://schemas.microsoft.com/office/drawing/2014/main" id="{5A233545-5E78-40BF-888B-FD51E0D7CE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9181" y="1130417"/>
            <a:ext cx="7995072" cy="4597166"/>
          </a:xfrm>
          <a:prstGeom prst="rect">
            <a:avLst/>
          </a:prstGeom>
        </p:spPr>
      </p:pic>
    </p:spTree>
    <p:extLst>
      <p:ext uri="{BB962C8B-B14F-4D97-AF65-F5344CB8AC3E}">
        <p14:creationId xmlns:p14="http://schemas.microsoft.com/office/powerpoint/2010/main" val="1622403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AB6214-F72C-42B4-AF25-320D7F2711BE}"/>
              </a:ext>
            </a:extLst>
          </p:cNvPr>
          <p:cNvSpPr>
            <a:spLocks noGrp="1"/>
          </p:cNvSpPr>
          <p:nvPr>
            <p:ph type="title"/>
          </p:nvPr>
        </p:nvSpPr>
        <p:spPr/>
        <p:txBody>
          <a:bodyPr/>
          <a:lstStyle/>
          <a:p>
            <a:pPr algn="ctr"/>
            <a:r>
              <a:rPr lang="en-US" dirty="0" err="1"/>
              <a:t>Entwicklung</a:t>
            </a:r>
            <a:r>
              <a:rPr lang="en-US" dirty="0"/>
              <a:t> der </a:t>
            </a:r>
            <a:r>
              <a:rPr lang="en-US" dirty="0" err="1"/>
              <a:t>vertikalen</a:t>
            </a:r>
            <a:r>
              <a:rPr lang="en-US" dirty="0"/>
              <a:t> </a:t>
            </a:r>
            <a:r>
              <a:rPr lang="en-US" dirty="0" err="1"/>
              <a:t>Achse</a:t>
            </a:r>
            <a:endParaRPr lang="en-US" dirty="0"/>
          </a:p>
        </p:txBody>
      </p:sp>
      <p:sp>
        <p:nvSpPr>
          <p:cNvPr id="4" name="Textfeld 3">
            <a:extLst>
              <a:ext uri="{FF2B5EF4-FFF2-40B4-BE49-F238E27FC236}">
                <a16:creationId xmlns:a16="http://schemas.microsoft.com/office/drawing/2014/main" id="{BFC8FF42-606B-4FDA-8ED7-0A28C6A5EAEE}"/>
              </a:ext>
            </a:extLst>
          </p:cNvPr>
          <p:cNvSpPr txBox="1"/>
          <p:nvPr/>
        </p:nvSpPr>
        <p:spPr>
          <a:xfrm>
            <a:off x="973122" y="1690688"/>
            <a:ext cx="9756397" cy="4524315"/>
          </a:xfrm>
          <a:prstGeom prst="rect">
            <a:avLst/>
          </a:prstGeom>
          <a:noFill/>
        </p:spPr>
        <p:txBody>
          <a:bodyPr wrap="square" rtlCol="0">
            <a:spAutoFit/>
          </a:bodyPr>
          <a:lstStyle/>
          <a:p>
            <a:r>
              <a:rPr lang="de-DE" sz="1800" b="0" i="0" u="none" strike="noStrike" baseline="0" dirty="0">
                <a:solidFill>
                  <a:srgbClr val="000000"/>
                </a:solidFill>
                <a:latin typeface="JMFCF E+ Adv T T 7f 5838b 0. I"/>
              </a:rPr>
              <a:t>Anforderungen des Users: Die Anforderungen des Kunden, die am Touchpoint (Marketing) benötigt werden.</a:t>
            </a:r>
          </a:p>
          <a:p>
            <a:endParaRPr lang="de-DE" sz="1800" b="0" i="0" u="none" strike="noStrike" baseline="0" dirty="0">
              <a:solidFill>
                <a:srgbClr val="000000"/>
              </a:solidFill>
              <a:latin typeface="JMFCF E+ Adv T T 7f 5838b 0. I"/>
            </a:endParaRPr>
          </a:p>
          <a:p>
            <a:r>
              <a:rPr lang="de-DE" sz="1800" b="0" i="0" u="none" strike="noStrike" baseline="0" dirty="0">
                <a:solidFill>
                  <a:srgbClr val="000000"/>
                </a:solidFill>
                <a:latin typeface="JMFCF E+ Adv T T 7f 5838b 0. I"/>
              </a:rPr>
              <a:t>Mitarbeiter-Aktionen: </a:t>
            </a:r>
            <a:r>
              <a:rPr lang="de-DE" dirty="0">
                <a:solidFill>
                  <a:srgbClr val="000000"/>
                </a:solidFill>
                <a:latin typeface="JMFCF E+ Adv T T 7f 5838b 0. I"/>
              </a:rPr>
              <a:t>D</a:t>
            </a:r>
            <a:r>
              <a:rPr lang="de-DE" sz="1800" b="0" i="0" u="none" strike="noStrike" baseline="0" dirty="0">
                <a:solidFill>
                  <a:srgbClr val="000000"/>
                </a:solidFill>
                <a:latin typeface="JMFCF E+ Adv T T 7f 5838b 0. I"/>
              </a:rPr>
              <a:t>ie Aktionen der Mall-Mitarbeiter, die am Touchpoint erforderlich sind, um die Kundenanforderungen zu erfüllen (Personalwesen).</a:t>
            </a:r>
          </a:p>
          <a:p>
            <a:endParaRPr lang="de-DE" dirty="0">
              <a:solidFill>
                <a:srgbClr val="000000"/>
              </a:solidFill>
              <a:latin typeface="JMFCF E+ Adv T T 7f 5838b 0. I"/>
            </a:endParaRPr>
          </a:p>
          <a:p>
            <a:r>
              <a:rPr lang="de-DE" sz="1800" b="0" i="0" u="none" strike="noStrike" baseline="0" dirty="0">
                <a:solidFill>
                  <a:srgbClr val="000000"/>
                </a:solidFill>
                <a:latin typeface="JMFCF E+ Adv T T 7f 5838b 0. I"/>
              </a:rPr>
              <a:t>Mitarbeiterunterstützung: Geben Sie an, welche Schulungen, Informationstechnologien, Lizenzen, Zertifizierungen, Werkzeuge, Materialien usw. die Mitarbeiter des Einkaufszentrums benötigen, um die Anforderungen am Touchpoint zu erfüllen (Personalwesen und Betriebsmanagement).</a:t>
            </a:r>
          </a:p>
          <a:p>
            <a:endParaRPr lang="de-DE" dirty="0">
              <a:solidFill>
                <a:srgbClr val="000000"/>
              </a:solidFill>
              <a:latin typeface="JMFCF E+ Adv T T 7f 5838b 0. I"/>
            </a:endParaRPr>
          </a:p>
          <a:p>
            <a:r>
              <a:rPr lang="de-DE" sz="1800" b="0" i="0" u="none" strike="noStrike" baseline="0" dirty="0">
                <a:solidFill>
                  <a:srgbClr val="000000"/>
                </a:solidFill>
                <a:latin typeface="JMFCF E+ Adv T T 7f 5838b 0. I"/>
              </a:rPr>
              <a:t>Gestaltung des Einkaufszentrums: Spezifizieren Sie die Umgebungsreize, die Kunden an jedem Touchpoint wahrnehmen und nicht wahrnehmen sollten, um die Servicequalität zu beurteilen (Marketing, Operations</a:t>
            </a:r>
            <a:r>
              <a:rPr lang="de-DE" dirty="0">
                <a:solidFill>
                  <a:srgbClr val="000000"/>
                </a:solidFill>
                <a:latin typeface="JMFCF E+ Adv T T 7f 5838b 0. I"/>
              </a:rPr>
              <a:t>-</a:t>
            </a:r>
            <a:r>
              <a:rPr lang="de-DE" sz="1800" b="0" i="0" u="none" strike="noStrike" baseline="0" dirty="0">
                <a:solidFill>
                  <a:srgbClr val="000000"/>
                </a:solidFill>
                <a:latin typeface="JMFCF E+ Adv T T 7f 5838b 0. I"/>
              </a:rPr>
              <a:t>Management, Gebäudetechnik).</a:t>
            </a:r>
          </a:p>
          <a:p>
            <a:r>
              <a:rPr lang="de-DE" sz="1800" b="0" i="0" u="none" strike="noStrike" baseline="0" dirty="0">
                <a:solidFill>
                  <a:srgbClr val="000000"/>
                </a:solidFill>
                <a:latin typeface="JMFCF E+ Adv T T 7f 5838b 0. I"/>
              </a:rPr>
              <a:t> </a:t>
            </a:r>
          </a:p>
          <a:p>
            <a:r>
              <a:rPr lang="de-DE" sz="1800" b="0" i="0" u="none" strike="noStrike" baseline="0" dirty="0">
                <a:solidFill>
                  <a:srgbClr val="000000"/>
                </a:solidFill>
                <a:latin typeface="JMFCF E+ Adv T T 7f 5838b 0. I"/>
              </a:rPr>
              <a:t>Service-Innovation: Machen Sie ein Brainstorming, wie alle Abteilungen an jedem Touchpoint zusammenarbeiten können.</a:t>
            </a:r>
            <a:endParaRPr lang="en-US" dirty="0"/>
          </a:p>
        </p:txBody>
      </p:sp>
    </p:spTree>
    <p:extLst>
      <p:ext uri="{BB962C8B-B14F-4D97-AF65-F5344CB8AC3E}">
        <p14:creationId xmlns:p14="http://schemas.microsoft.com/office/powerpoint/2010/main" val="3896673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el 1">
            <a:extLst>
              <a:ext uri="{FF2B5EF4-FFF2-40B4-BE49-F238E27FC236}">
                <a16:creationId xmlns:a16="http://schemas.microsoft.com/office/drawing/2014/main" id="{01C58C85-BCBE-4909-9C5D-E26A2098655F}"/>
              </a:ext>
            </a:extLst>
          </p:cNvPr>
          <p:cNvSpPr>
            <a:spLocks noGrp="1"/>
          </p:cNvSpPr>
          <p:nvPr>
            <p:ph type="title"/>
          </p:nvPr>
        </p:nvSpPr>
        <p:spPr>
          <a:xfrm>
            <a:off x="841248" y="552289"/>
            <a:ext cx="3976496" cy="3700929"/>
          </a:xfrm>
        </p:spPr>
        <p:txBody>
          <a:bodyPr vert="horz" lIns="91440" tIns="45720" rIns="91440" bIns="45720" rtlCol="0" anchor="b">
            <a:normAutofit/>
          </a:bodyPr>
          <a:lstStyle/>
          <a:p>
            <a:r>
              <a:rPr lang="en-US" sz="5200" kern="1200" dirty="0">
                <a:solidFill>
                  <a:schemeClr val="tx1"/>
                </a:solidFill>
                <a:latin typeface="+mj-lt"/>
                <a:ea typeface="+mj-ea"/>
                <a:cs typeface="+mj-cs"/>
              </a:rPr>
              <a:t>Pre-Service Period</a:t>
            </a:r>
          </a:p>
        </p:txBody>
      </p:sp>
      <p:pic>
        <p:nvPicPr>
          <p:cNvPr id="5" name="Grafik 4" descr="Ein Bild, das Tisch enthält.&#10;&#10;Automatisch generierte Beschreibung">
            <a:extLst>
              <a:ext uri="{FF2B5EF4-FFF2-40B4-BE49-F238E27FC236}">
                <a16:creationId xmlns:a16="http://schemas.microsoft.com/office/drawing/2014/main" id="{5DAEE5F1-FAC7-4B7A-8296-5CF5CCDF2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6198" y="295904"/>
            <a:ext cx="5874554" cy="6266192"/>
          </a:xfrm>
          <a:prstGeom prst="rect">
            <a:avLst/>
          </a:prstGeom>
        </p:spPr>
      </p:pic>
      <p:sp>
        <p:nvSpPr>
          <p:cNvPr id="10" name="Textfeld 9">
            <a:extLst>
              <a:ext uri="{FF2B5EF4-FFF2-40B4-BE49-F238E27FC236}">
                <a16:creationId xmlns:a16="http://schemas.microsoft.com/office/drawing/2014/main" id="{9698E440-BE12-4561-8C38-7946C1C4437A}"/>
              </a:ext>
            </a:extLst>
          </p:cNvPr>
          <p:cNvSpPr txBox="1"/>
          <p:nvPr/>
        </p:nvSpPr>
        <p:spPr>
          <a:xfrm>
            <a:off x="8445267" y="6595643"/>
            <a:ext cx="3073866" cy="246221"/>
          </a:xfrm>
          <a:prstGeom prst="rect">
            <a:avLst/>
          </a:prstGeom>
          <a:noFill/>
        </p:spPr>
        <p:txBody>
          <a:bodyPr wrap="square" rtlCol="0">
            <a:spAutoFit/>
          </a:bodyPr>
          <a:lstStyle/>
          <a:p>
            <a:r>
              <a:rPr lang="en-US" sz="1000" dirty="0"/>
              <a:t>[</a:t>
            </a:r>
            <a:r>
              <a:rPr lang="en-US" sz="1000" dirty="0" err="1"/>
              <a:t>Rosenbaumet</a:t>
            </a:r>
            <a:r>
              <a:rPr lang="en-US" sz="1000" dirty="0"/>
              <a:t> al.2017]</a:t>
            </a:r>
          </a:p>
        </p:txBody>
      </p:sp>
    </p:spTree>
    <p:extLst>
      <p:ext uri="{BB962C8B-B14F-4D97-AF65-F5344CB8AC3E}">
        <p14:creationId xmlns:p14="http://schemas.microsoft.com/office/powerpoint/2010/main" val="3655628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el 1">
            <a:extLst>
              <a:ext uri="{FF2B5EF4-FFF2-40B4-BE49-F238E27FC236}">
                <a16:creationId xmlns:a16="http://schemas.microsoft.com/office/drawing/2014/main" id="{B54F0835-4FEF-41F7-A495-95B8EB1BF68F}"/>
              </a:ext>
            </a:extLst>
          </p:cNvPr>
          <p:cNvSpPr>
            <a:spLocks noGrp="1"/>
          </p:cNvSpPr>
          <p:nvPr>
            <p:ph type="title"/>
          </p:nvPr>
        </p:nvSpPr>
        <p:spPr>
          <a:xfrm>
            <a:off x="648302" y="1229700"/>
            <a:ext cx="3976496" cy="2199300"/>
          </a:xfrm>
        </p:spPr>
        <p:txBody>
          <a:bodyPr vert="horz" lIns="91440" tIns="45720" rIns="91440" bIns="45720" rtlCol="0" anchor="b">
            <a:normAutofit/>
          </a:bodyPr>
          <a:lstStyle/>
          <a:p>
            <a:r>
              <a:rPr lang="en-US" sz="5200" kern="1200" dirty="0">
                <a:solidFill>
                  <a:schemeClr val="tx1"/>
                </a:solidFill>
                <a:latin typeface="+mj-lt"/>
                <a:ea typeface="+mj-ea"/>
                <a:cs typeface="+mj-cs"/>
              </a:rPr>
              <a:t>Service Period</a:t>
            </a:r>
          </a:p>
        </p:txBody>
      </p:sp>
      <p:pic>
        <p:nvPicPr>
          <p:cNvPr id="5" name="Grafik 4" descr="Ein Bild, das Tisch enthält.&#10;&#10;Automatisch generierte Beschreibung">
            <a:extLst>
              <a:ext uri="{FF2B5EF4-FFF2-40B4-BE49-F238E27FC236}">
                <a16:creationId xmlns:a16="http://schemas.microsoft.com/office/drawing/2014/main" id="{F86E3232-7956-455B-9743-D855EFB47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4022" y="212766"/>
            <a:ext cx="5058204" cy="6432468"/>
          </a:xfrm>
          <a:prstGeom prst="rect">
            <a:avLst/>
          </a:prstGeom>
        </p:spPr>
      </p:pic>
      <p:sp>
        <p:nvSpPr>
          <p:cNvPr id="9" name="Textfeld 8">
            <a:extLst>
              <a:ext uri="{FF2B5EF4-FFF2-40B4-BE49-F238E27FC236}">
                <a16:creationId xmlns:a16="http://schemas.microsoft.com/office/drawing/2014/main" id="{866D32DA-F96B-4064-812B-2FB15411BFC5}"/>
              </a:ext>
            </a:extLst>
          </p:cNvPr>
          <p:cNvSpPr txBox="1"/>
          <p:nvPr/>
        </p:nvSpPr>
        <p:spPr>
          <a:xfrm>
            <a:off x="8445267" y="6595643"/>
            <a:ext cx="3073866" cy="246221"/>
          </a:xfrm>
          <a:prstGeom prst="rect">
            <a:avLst/>
          </a:prstGeom>
          <a:noFill/>
        </p:spPr>
        <p:txBody>
          <a:bodyPr wrap="square" rtlCol="0">
            <a:spAutoFit/>
          </a:bodyPr>
          <a:lstStyle/>
          <a:p>
            <a:r>
              <a:rPr lang="en-US" sz="1000" dirty="0"/>
              <a:t>[</a:t>
            </a:r>
            <a:r>
              <a:rPr lang="en-US" sz="1000" dirty="0" err="1"/>
              <a:t>Rosenbaumet</a:t>
            </a:r>
            <a:r>
              <a:rPr lang="en-US" sz="1000" dirty="0"/>
              <a:t> al.2017]</a:t>
            </a:r>
          </a:p>
        </p:txBody>
      </p:sp>
    </p:spTree>
    <p:extLst>
      <p:ext uri="{BB962C8B-B14F-4D97-AF65-F5344CB8AC3E}">
        <p14:creationId xmlns:p14="http://schemas.microsoft.com/office/powerpoint/2010/main" val="204137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A192B9F-EBFA-4972-A930-6BB6E58FFF3D}"/>
              </a:ext>
            </a:extLst>
          </p:cNvPr>
          <p:cNvSpPr>
            <a:spLocks noGrp="1"/>
          </p:cNvSpPr>
          <p:nvPr>
            <p:ph type="title"/>
          </p:nvPr>
        </p:nvSpPr>
        <p:spPr>
          <a:xfrm>
            <a:off x="838199" y="537883"/>
            <a:ext cx="4783697" cy="1942810"/>
          </a:xfrm>
        </p:spPr>
        <p:txBody>
          <a:bodyPr anchor="b">
            <a:normAutofit/>
          </a:bodyPr>
          <a:lstStyle/>
          <a:p>
            <a:r>
              <a:rPr lang="de-DE" sz="4000" dirty="0"/>
              <a:t>Vorteile für </a:t>
            </a:r>
            <a:r>
              <a:rPr lang="de-DE" sz="4000" dirty="0" err="1"/>
              <a:t>Unternhemen</a:t>
            </a:r>
            <a:endParaRPr lang="de-DE" sz="4000" dirty="0"/>
          </a:p>
        </p:txBody>
      </p:sp>
      <p:sp>
        <p:nvSpPr>
          <p:cNvPr id="3" name="Inhaltsplatzhalter 2">
            <a:extLst>
              <a:ext uri="{FF2B5EF4-FFF2-40B4-BE49-F238E27FC236}">
                <a16:creationId xmlns:a16="http://schemas.microsoft.com/office/drawing/2014/main" id="{68AF4279-EE49-4CBE-A19A-AA481D02B38D}"/>
              </a:ext>
            </a:extLst>
          </p:cNvPr>
          <p:cNvSpPr>
            <a:spLocks noGrp="1"/>
          </p:cNvSpPr>
          <p:nvPr>
            <p:ph idx="1"/>
          </p:nvPr>
        </p:nvSpPr>
        <p:spPr>
          <a:xfrm>
            <a:off x="838199" y="2660516"/>
            <a:ext cx="4783697" cy="3433583"/>
          </a:xfrm>
        </p:spPr>
        <p:txBody>
          <a:bodyPr>
            <a:normAutofit/>
          </a:bodyPr>
          <a:lstStyle/>
          <a:p>
            <a:r>
              <a:rPr lang="de-DE" sz="2000" dirty="0">
                <a:latin typeface="Minion-Regular"/>
              </a:rPr>
              <a:t>Kundengetriebener Designprozess</a:t>
            </a:r>
          </a:p>
          <a:p>
            <a:r>
              <a:rPr lang="de-DE" sz="2000" dirty="0">
                <a:latin typeface="Minion-Regular"/>
              </a:rPr>
              <a:t>Sehr flexibel einsetzbar</a:t>
            </a:r>
          </a:p>
          <a:p>
            <a:r>
              <a:rPr lang="de-DE" sz="2000" dirty="0">
                <a:latin typeface="Minion-Regular"/>
              </a:rPr>
              <a:t>CJMs ermöglichen ein besseres Verständnis für die Komplexität des Produkt-Ökosystems</a:t>
            </a:r>
          </a:p>
          <a:p>
            <a:r>
              <a:rPr lang="de-DE" sz="2000" dirty="0">
                <a:latin typeface="Minion-Regular"/>
              </a:rPr>
              <a:t>Durch die Einbeziehung der Emotionen und Denkprozesse der tatsächlichen Kunden kann die Analyse über die übliche Analyse quantitativer Daten hinausgehen</a:t>
            </a:r>
          </a:p>
        </p:txBody>
      </p:sp>
      <p:pic>
        <p:nvPicPr>
          <p:cNvPr id="6" name="Grafik 5">
            <a:extLst>
              <a:ext uri="{FF2B5EF4-FFF2-40B4-BE49-F238E27FC236}">
                <a16:creationId xmlns:a16="http://schemas.microsoft.com/office/drawing/2014/main" id="{B5E463BB-6709-4502-9835-95D112427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8424" y="1759521"/>
            <a:ext cx="5365375" cy="3138744"/>
          </a:xfrm>
          <a:prstGeom prst="rect">
            <a:avLst/>
          </a:prstGeom>
        </p:spPr>
      </p:pic>
    </p:spTree>
    <p:extLst>
      <p:ext uri="{BB962C8B-B14F-4D97-AF65-F5344CB8AC3E}">
        <p14:creationId xmlns:p14="http://schemas.microsoft.com/office/powerpoint/2010/main" val="989028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604E352-3A07-4751-A9BF-C6AD3376B599}"/>
              </a:ext>
            </a:extLst>
          </p:cNvPr>
          <p:cNvSpPr>
            <a:spLocks noGrp="1"/>
          </p:cNvSpPr>
          <p:nvPr>
            <p:ph type="title"/>
          </p:nvPr>
        </p:nvSpPr>
        <p:spPr>
          <a:xfrm>
            <a:off x="838199" y="537883"/>
            <a:ext cx="4783697" cy="1942810"/>
          </a:xfrm>
        </p:spPr>
        <p:txBody>
          <a:bodyPr anchor="b">
            <a:normAutofit/>
          </a:bodyPr>
          <a:lstStyle/>
          <a:p>
            <a:r>
              <a:rPr lang="de-DE" sz="4000"/>
              <a:t>Vorteile für Kunden</a:t>
            </a:r>
          </a:p>
        </p:txBody>
      </p:sp>
      <p:sp>
        <p:nvSpPr>
          <p:cNvPr id="3" name="Inhaltsplatzhalter 2">
            <a:extLst>
              <a:ext uri="{FF2B5EF4-FFF2-40B4-BE49-F238E27FC236}">
                <a16:creationId xmlns:a16="http://schemas.microsoft.com/office/drawing/2014/main" id="{002C0816-74F8-4874-87EE-C808D5CB40D1}"/>
              </a:ext>
            </a:extLst>
          </p:cNvPr>
          <p:cNvSpPr>
            <a:spLocks noGrp="1"/>
          </p:cNvSpPr>
          <p:nvPr>
            <p:ph idx="1"/>
          </p:nvPr>
        </p:nvSpPr>
        <p:spPr>
          <a:xfrm>
            <a:off x="838199" y="2686323"/>
            <a:ext cx="4783697" cy="3433583"/>
          </a:xfrm>
        </p:spPr>
        <p:txBody>
          <a:bodyPr>
            <a:normAutofit/>
          </a:bodyPr>
          <a:lstStyle/>
          <a:p>
            <a:r>
              <a:rPr lang="de-DE" sz="2000"/>
              <a:t>Starke Einflussmöglichkeit des Kunden auf das Produkt</a:t>
            </a:r>
          </a:p>
          <a:p>
            <a:pPr marL="0" indent="0">
              <a:buNone/>
            </a:pPr>
            <a:endParaRPr lang="de-DE" sz="2000"/>
          </a:p>
          <a:p>
            <a:r>
              <a:rPr lang="de-DE" sz="2000"/>
              <a:t>Auch individuelle Ansichten oder Emotionen des Kunden im Bezug auf das Produkt werden durch die ethnographischen Methoden berücksichtigt</a:t>
            </a:r>
          </a:p>
        </p:txBody>
      </p:sp>
      <p:pic>
        <p:nvPicPr>
          <p:cNvPr id="5" name="Grafik 4">
            <a:extLst>
              <a:ext uri="{FF2B5EF4-FFF2-40B4-BE49-F238E27FC236}">
                <a16:creationId xmlns:a16="http://schemas.microsoft.com/office/drawing/2014/main" id="{B9B2E737-63B1-4ED5-8090-48708429B4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8424" y="1759521"/>
            <a:ext cx="5365375" cy="3138744"/>
          </a:xfrm>
          <a:prstGeom prst="rect">
            <a:avLst/>
          </a:prstGeom>
        </p:spPr>
      </p:pic>
    </p:spTree>
    <p:extLst>
      <p:ext uri="{BB962C8B-B14F-4D97-AF65-F5344CB8AC3E}">
        <p14:creationId xmlns:p14="http://schemas.microsoft.com/office/powerpoint/2010/main" val="3297084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2B9283-03AE-42DC-860F-F2598CB07825}"/>
              </a:ext>
            </a:extLst>
          </p:cNvPr>
          <p:cNvSpPr>
            <a:spLocks noGrp="1"/>
          </p:cNvSpPr>
          <p:nvPr>
            <p:ph type="title"/>
          </p:nvPr>
        </p:nvSpPr>
        <p:spPr/>
        <p:txBody>
          <a:bodyPr/>
          <a:lstStyle/>
          <a:p>
            <a:r>
              <a:rPr lang="en-US" dirty="0" err="1"/>
              <a:t>Literaturquellen</a:t>
            </a:r>
            <a:endParaRPr lang="en-US" dirty="0"/>
          </a:p>
        </p:txBody>
      </p:sp>
      <p:sp>
        <p:nvSpPr>
          <p:cNvPr id="3" name="Inhaltsplatzhalter 2">
            <a:extLst>
              <a:ext uri="{FF2B5EF4-FFF2-40B4-BE49-F238E27FC236}">
                <a16:creationId xmlns:a16="http://schemas.microsoft.com/office/drawing/2014/main" id="{2C9AF1AA-4E5A-4589-8C72-1BF8C40BD4E7}"/>
              </a:ext>
            </a:extLst>
          </p:cNvPr>
          <p:cNvSpPr>
            <a:spLocks noGrp="1"/>
          </p:cNvSpPr>
          <p:nvPr>
            <p:ph idx="1"/>
          </p:nvPr>
        </p:nvSpPr>
        <p:spPr/>
        <p:txBody>
          <a:bodyPr>
            <a:normAutofit/>
          </a:bodyPr>
          <a:lstStyle/>
          <a:p>
            <a:pPr marL="0" indent="0" rtl="0">
              <a:buNone/>
            </a:pPr>
            <a:r>
              <a:rPr lang="en-US" sz="1100" dirty="0" err="1">
                <a:effectLst/>
                <a:latin typeface="Arial" panose="020B0604020202020204" pitchFamily="34" charset="0"/>
              </a:rPr>
              <a:t>Mucz</a:t>
            </a:r>
            <a:r>
              <a:rPr lang="en-US" sz="1100" dirty="0">
                <a:effectLst/>
                <a:latin typeface="Arial" panose="020B0604020202020204" pitchFamily="34" charset="0"/>
              </a:rPr>
              <a:t>, D. and </a:t>
            </a:r>
            <a:r>
              <a:rPr lang="en-US" sz="1100" dirty="0" err="1">
                <a:effectLst/>
                <a:latin typeface="Arial" panose="020B0604020202020204" pitchFamily="34" charset="0"/>
              </a:rPr>
              <a:t>Gareau</a:t>
            </a:r>
            <a:r>
              <a:rPr lang="en-US" sz="1100" dirty="0">
                <a:effectLst/>
                <a:latin typeface="Arial" panose="020B0604020202020204" pitchFamily="34" charset="0"/>
              </a:rPr>
              <a:t>-Brennan, </a:t>
            </a:r>
            <a:r>
              <a:rPr lang="en-US" sz="1100" dirty="0" err="1">
                <a:effectLst/>
                <a:latin typeface="Arial" panose="020B0604020202020204" pitchFamily="34" charset="0"/>
              </a:rPr>
              <a:t>C.Evaluating</a:t>
            </a:r>
            <a:r>
              <a:rPr lang="en-US" sz="1100" dirty="0">
                <a:effectLst/>
                <a:latin typeface="Arial" panose="020B0604020202020204" pitchFamily="34" charset="0"/>
              </a:rPr>
              <a:t> Customer Experience through Customer Journey Map-ping and Service Blueprinting at Edmonton Public Library: An Exploratory </a:t>
            </a:r>
            <a:r>
              <a:rPr lang="en-US" sz="1100" dirty="0" err="1">
                <a:effectLst/>
                <a:latin typeface="Arial" panose="020B0604020202020204" pitchFamily="34" charset="0"/>
              </a:rPr>
              <a:t>Study.Partnership:The</a:t>
            </a:r>
            <a:r>
              <a:rPr lang="en-US" sz="1100" dirty="0">
                <a:effectLst/>
                <a:latin typeface="Arial" panose="020B0604020202020204" pitchFamily="34" charset="0"/>
              </a:rPr>
              <a:t> Canadian Journal of Library and Information Practice and Research, 14(1), May 2019.</a:t>
            </a:r>
          </a:p>
          <a:p>
            <a:pPr marL="0" indent="0" rtl="0">
              <a:buNone/>
            </a:pPr>
            <a:r>
              <a:rPr lang="de-DE" sz="1100" b="0" i="0" dirty="0">
                <a:solidFill>
                  <a:srgbClr val="000000"/>
                </a:solidFill>
                <a:effectLst/>
                <a:latin typeface="Arial" panose="020B0604020202020204" pitchFamily="34" charset="0"/>
              </a:rPr>
              <a:t>Institut der deutschen Wirtschaft Datenwirtschaft   in   Deutschland   -   Wo   stehen die  Unternehmen  in  der  Datennutzung  und  was  sind  ihre  großen  </a:t>
            </a:r>
            <a:r>
              <a:rPr lang="de-DE" sz="1100" b="0" i="0" dirty="0" err="1">
                <a:solidFill>
                  <a:srgbClr val="000000"/>
                </a:solidFill>
                <a:effectLst/>
                <a:latin typeface="Arial" panose="020B0604020202020204" pitchFamily="34" charset="0"/>
              </a:rPr>
              <a:t>Hemmnisse?.https</a:t>
            </a:r>
            <a:r>
              <a:rPr lang="de-DE" sz="1100" b="0" i="0" dirty="0">
                <a:solidFill>
                  <a:srgbClr val="000000"/>
                </a:solidFill>
                <a:effectLst/>
                <a:latin typeface="Arial" panose="020B0604020202020204" pitchFamily="34" charset="0"/>
              </a:rPr>
              <a:t>://bdi.eu/</a:t>
            </a:r>
            <a:r>
              <a:rPr lang="de-DE" sz="1100" b="0" i="0" dirty="0" err="1">
                <a:solidFill>
                  <a:srgbClr val="000000"/>
                </a:solidFill>
                <a:effectLst/>
                <a:latin typeface="Arial" panose="020B0604020202020204" pitchFamily="34" charset="0"/>
              </a:rPr>
              <a:t>publikation</a:t>
            </a:r>
            <a:r>
              <a:rPr lang="de-DE" sz="1100" b="0" i="0" dirty="0">
                <a:solidFill>
                  <a:srgbClr val="000000"/>
                </a:solidFill>
                <a:effectLst/>
                <a:latin typeface="Arial" panose="020B0604020202020204" pitchFamily="34" charset="0"/>
              </a:rPr>
              <a:t>/</a:t>
            </a:r>
            <a:r>
              <a:rPr lang="de-DE" sz="1100" b="0" i="0" dirty="0" err="1">
                <a:solidFill>
                  <a:srgbClr val="000000"/>
                </a:solidFill>
                <a:effectLst/>
                <a:latin typeface="Arial" panose="020B0604020202020204" pitchFamily="34" charset="0"/>
              </a:rPr>
              <a:t>news</a:t>
            </a:r>
            <a:r>
              <a:rPr lang="de-DE" sz="1100" b="0" i="0" dirty="0">
                <a:solidFill>
                  <a:srgbClr val="000000"/>
                </a:solidFill>
                <a:effectLst/>
                <a:latin typeface="Arial" panose="020B0604020202020204" pitchFamily="34" charset="0"/>
              </a:rPr>
              <a:t>/</a:t>
            </a:r>
            <a:r>
              <a:rPr lang="de-DE" sz="1100" b="0" i="0" dirty="0" err="1">
                <a:solidFill>
                  <a:srgbClr val="000000"/>
                </a:solidFill>
                <a:effectLst/>
                <a:latin typeface="Arial" panose="020B0604020202020204" pitchFamily="34" charset="0"/>
              </a:rPr>
              <a:t>datenwirtschaft</a:t>
            </a:r>
            <a:r>
              <a:rPr lang="de-DE" sz="1100" b="0" i="0" dirty="0">
                <a:solidFill>
                  <a:srgbClr val="000000"/>
                </a:solidFill>
                <a:effectLst/>
                <a:latin typeface="Arial" panose="020B0604020202020204" pitchFamily="34" charset="0"/>
              </a:rPr>
              <a:t>-in-deutschland/, 2021.</a:t>
            </a:r>
            <a:endParaRPr lang="de-DE" sz="1100" dirty="0">
              <a:solidFill>
                <a:srgbClr val="000000"/>
              </a:solidFill>
              <a:latin typeface="Arial" panose="020B0604020202020204" pitchFamily="34" charset="0"/>
            </a:endParaRPr>
          </a:p>
          <a:p>
            <a:pPr marL="0" indent="0" rtl="0">
              <a:buNone/>
            </a:pPr>
            <a:r>
              <a:rPr lang="de-DE" sz="1100" b="0" i="0" dirty="0" err="1">
                <a:effectLst/>
                <a:latin typeface="Arial" panose="020B0604020202020204" pitchFamily="34" charset="0"/>
              </a:rPr>
              <a:t>Haugstveit</a:t>
            </a:r>
            <a:r>
              <a:rPr lang="de-DE" sz="1100" b="0" i="0" dirty="0">
                <a:effectLst/>
                <a:latin typeface="Arial" panose="020B0604020202020204" pitchFamily="34" charset="0"/>
              </a:rPr>
              <a:t>, I., </a:t>
            </a:r>
            <a:r>
              <a:rPr lang="de-DE" sz="1100" b="0" i="0" dirty="0" err="1">
                <a:effectLst/>
                <a:latin typeface="Arial" panose="020B0604020202020204" pitchFamily="34" charset="0"/>
              </a:rPr>
              <a:t>Halvorsrud</a:t>
            </a:r>
            <a:r>
              <a:rPr lang="de-DE" sz="1100" b="0" i="0" dirty="0">
                <a:effectLst/>
                <a:latin typeface="Arial" panose="020B0604020202020204" pitchFamily="34" charset="0"/>
              </a:rPr>
              <a:t>, R. and </a:t>
            </a:r>
            <a:r>
              <a:rPr lang="de-DE" sz="1100" b="0" i="0" dirty="0" err="1">
                <a:effectLst/>
                <a:latin typeface="Arial" panose="020B0604020202020204" pitchFamily="34" charset="0"/>
              </a:rPr>
              <a:t>Karahasanovic</a:t>
            </a:r>
            <a:r>
              <a:rPr lang="de-DE" sz="1100" b="0" i="0" dirty="0">
                <a:effectLst/>
                <a:latin typeface="Arial" panose="020B0604020202020204" pitchFamily="34" charset="0"/>
              </a:rPr>
              <a:t>, A. </a:t>
            </a:r>
            <a:r>
              <a:rPr lang="de-DE" sz="1100" b="0" i="0" dirty="0" err="1">
                <a:effectLst/>
                <a:latin typeface="Arial" panose="020B0604020202020204" pitchFamily="34" charset="0"/>
              </a:rPr>
              <a:t>Supporting</a:t>
            </a:r>
            <a:r>
              <a:rPr lang="de-DE" sz="1100" b="0" i="0" dirty="0">
                <a:effectLst/>
                <a:latin typeface="Arial" panose="020B0604020202020204" pitchFamily="34" charset="0"/>
              </a:rPr>
              <a:t> </a:t>
            </a:r>
            <a:r>
              <a:rPr lang="de-DE" sz="1100" b="0" i="0" dirty="0" err="1">
                <a:effectLst/>
                <a:latin typeface="Arial" panose="020B0604020202020204" pitchFamily="34" charset="0"/>
              </a:rPr>
              <a:t>redesign</a:t>
            </a:r>
            <a:r>
              <a:rPr lang="de-DE" sz="1100" b="0" i="0" dirty="0">
                <a:effectLst/>
                <a:latin typeface="Arial" panose="020B0604020202020204" pitchFamily="34" charset="0"/>
              </a:rPr>
              <a:t> </a:t>
            </a:r>
            <a:r>
              <a:rPr lang="de-DE" sz="1100" b="0" i="0" dirty="0" err="1">
                <a:effectLst/>
                <a:latin typeface="Arial" panose="020B0604020202020204" pitchFamily="34" charset="0"/>
              </a:rPr>
              <a:t>of</a:t>
            </a:r>
            <a:r>
              <a:rPr lang="de-DE" sz="1100" b="0" i="0" dirty="0">
                <a:effectLst/>
                <a:latin typeface="Arial" panose="020B0604020202020204" pitchFamily="34" charset="0"/>
              </a:rPr>
              <a:t> C2C </a:t>
            </a:r>
            <a:r>
              <a:rPr lang="de-DE" sz="1100" b="0" i="0" dirty="0" err="1">
                <a:effectLst/>
                <a:latin typeface="Arial" panose="020B0604020202020204" pitchFamily="34" charset="0"/>
              </a:rPr>
              <a:t>services</a:t>
            </a:r>
            <a:r>
              <a:rPr lang="de-DE" sz="1100" b="0" i="0" dirty="0">
                <a:effectLst/>
                <a:latin typeface="Arial" panose="020B0604020202020204" pitchFamily="34" charset="0"/>
              </a:rPr>
              <a:t> </a:t>
            </a:r>
            <a:r>
              <a:rPr lang="de-DE" sz="1100" b="0" i="0" dirty="0" err="1">
                <a:effectLst/>
                <a:latin typeface="Arial" panose="020B0604020202020204" pitchFamily="34" charset="0"/>
              </a:rPr>
              <a:t>throughcustomer</a:t>
            </a:r>
            <a:r>
              <a:rPr lang="de-DE" sz="1100" b="0" i="0" dirty="0">
                <a:effectLst/>
                <a:latin typeface="Arial" panose="020B0604020202020204" pitchFamily="34" charset="0"/>
              </a:rPr>
              <a:t> </a:t>
            </a:r>
            <a:r>
              <a:rPr lang="de-DE" sz="1100" b="0" i="0" dirty="0" err="1">
                <a:effectLst/>
                <a:latin typeface="Arial" panose="020B0604020202020204" pitchFamily="34" charset="0"/>
              </a:rPr>
              <a:t>journey</a:t>
            </a:r>
            <a:r>
              <a:rPr lang="de-DE" sz="1100" b="0" i="0" dirty="0">
                <a:effectLst/>
                <a:latin typeface="Arial" panose="020B0604020202020204" pitchFamily="34" charset="0"/>
              </a:rPr>
              <a:t> </a:t>
            </a:r>
            <a:r>
              <a:rPr lang="de-DE" sz="1100" b="0" i="0" dirty="0" err="1">
                <a:effectLst/>
                <a:latin typeface="Arial" panose="020B0604020202020204" pitchFamily="34" charset="0"/>
              </a:rPr>
              <a:t>mapping</a:t>
            </a:r>
            <a:r>
              <a:rPr lang="de-DE" sz="1100" b="0" i="0" dirty="0">
                <a:effectLst/>
                <a:latin typeface="Arial" panose="020B0604020202020204" pitchFamily="34" charset="0"/>
              </a:rPr>
              <a:t>. In N. Morelli, A. de </a:t>
            </a:r>
            <a:r>
              <a:rPr lang="de-DE" sz="1100" b="0" i="0" dirty="0" err="1">
                <a:effectLst/>
                <a:latin typeface="Arial" panose="020B0604020202020204" pitchFamily="34" charset="0"/>
              </a:rPr>
              <a:t>Gotzen</a:t>
            </a:r>
            <a:r>
              <a:rPr lang="de-DE" sz="1100" b="0" i="0" dirty="0">
                <a:effectLst/>
                <a:latin typeface="Arial" panose="020B0604020202020204" pitchFamily="34" charset="0"/>
              </a:rPr>
              <a:t> and F. </a:t>
            </a:r>
            <a:r>
              <a:rPr lang="de-DE" sz="1100" b="0" i="0" dirty="0" err="1">
                <a:effectLst/>
                <a:latin typeface="Arial" panose="020B0604020202020204" pitchFamily="34" charset="0"/>
              </a:rPr>
              <a:t>Grani</a:t>
            </a:r>
            <a:r>
              <a:rPr lang="de-DE" sz="1100" b="0" i="0" dirty="0">
                <a:effectLst/>
                <a:latin typeface="Arial" panose="020B0604020202020204" pitchFamily="34" charset="0"/>
              </a:rPr>
              <a:t>, </a:t>
            </a:r>
            <a:r>
              <a:rPr lang="de-DE" sz="1100" b="0" i="0" dirty="0" err="1">
                <a:effectLst/>
                <a:latin typeface="Arial" panose="020B0604020202020204" pitchFamily="34" charset="0"/>
              </a:rPr>
              <a:t>eds</a:t>
            </a:r>
            <a:r>
              <a:rPr lang="de-DE" sz="1100" b="0" i="0" dirty="0">
                <a:effectLst/>
                <a:latin typeface="Arial" panose="020B0604020202020204" pitchFamily="34" charset="0"/>
              </a:rPr>
              <a:t>.,Service Design Ge-</a:t>
            </a:r>
            <a:r>
              <a:rPr lang="de-DE" sz="1100" b="0" i="0" dirty="0" err="1">
                <a:effectLst/>
                <a:latin typeface="Arial" panose="020B0604020202020204" pitchFamily="34" charset="0"/>
              </a:rPr>
              <a:t>ographies</a:t>
            </a:r>
            <a:r>
              <a:rPr lang="de-DE" sz="1100" b="0" i="0" dirty="0">
                <a:effectLst/>
                <a:latin typeface="Arial" panose="020B0604020202020204" pitchFamily="34" charset="0"/>
              </a:rPr>
              <a:t>. Proceedings </a:t>
            </a:r>
            <a:r>
              <a:rPr lang="de-DE" sz="1100" b="0" i="0" dirty="0" err="1">
                <a:effectLst/>
                <a:latin typeface="Arial" panose="020B0604020202020204" pitchFamily="34" charset="0"/>
              </a:rPr>
              <a:t>of</a:t>
            </a:r>
            <a:r>
              <a:rPr lang="de-DE" sz="1100" b="0" i="0" dirty="0">
                <a:effectLst/>
                <a:latin typeface="Arial" panose="020B0604020202020204" pitchFamily="34" charset="0"/>
              </a:rPr>
              <a:t> </a:t>
            </a:r>
            <a:r>
              <a:rPr lang="de-DE" sz="1100" b="0" i="0" dirty="0" err="1">
                <a:effectLst/>
                <a:latin typeface="Arial" panose="020B0604020202020204" pitchFamily="34" charset="0"/>
              </a:rPr>
              <a:t>the</a:t>
            </a:r>
            <a:r>
              <a:rPr lang="de-DE" sz="1100" b="0" i="0" dirty="0">
                <a:effectLst/>
                <a:latin typeface="Arial" panose="020B0604020202020204" pitchFamily="34" charset="0"/>
              </a:rPr>
              <a:t> ServDes2016 Conference, </a:t>
            </a:r>
            <a:r>
              <a:rPr lang="de-DE" sz="1100" b="0" i="0" dirty="0" err="1">
                <a:effectLst/>
                <a:latin typeface="Arial" panose="020B0604020202020204" pitchFamily="34" charset="0"/>
              </a:rPr>
              <a:t>Linkoping</a:t>
            </a:r>
            <a:r>
              <a:rPr lang="de-DE" sz="1100" b="0" i="0" dirty="0">
                <a:effectLst/>
                <a:latin typeface="Arial" panose="020B0604020202020204" pitchFamily="34" charset="0"/>
              </a:rPr>
              <a:t> Electronic Conference Pro-</a:t>
            </a:r>
            <a:r>
              <a:rPr lang="de-DE" sz="1100" b="0" i="0" dirty="0" err="1">
                <a:effectLst/>
                <a:latin typeface="Arial" panose="020B0604020202020204" pitchFamily="34" charset="0"/>
              </a:rPr>
              <a:t>ceedings</a:t>
            </a:r>
            <a:r>
              <a:rPr lang="de-DE" sz="1100" b="0" i="0" dirty="0">
                <a:effectLst/>
                <a:latin typeface="Arial" panose="020B0604020202020204" pitchFamily="34" charset="0"/>
              </a:rPr>
              <a:t>, </a:t>
            </a:r>
            <a:r>
              <a:rPr lang="de-DE" sz="1100" b="0" i="0" dirty="0" err="1">
                <a:effectLst/>
                <a:latin typeface="Arial" panose="020B0604020202020204" pitchFamily="34" charset="0"/>
              </a:rPr>
              <a:t>Linkoping</a:t>
            </a:r>
            <a:r>
              <a:rPr lang="de-DE" sz="1100" b="0" i="0" dirty="0">
                <a:effectLst/>
                <a:latin typeface="Arial" panose="020B0604020202020204" pitchFamily="34" charset="0"/>
              </a:rPr>
              <a:t> University Electronic Press, 05 2016, pp. 215 – 227.</a:t>
            </a:r>
          </a:p>
          <a:p>
            <a:pPr marL="0" indent="0" rtl="0">
              <a:buNone/>
            </a:pPr>
            <a:r>
              <a:rPr lang="de-DE" sz="1100" b="0" i="0" dirty="0">
                <a:solidFill>
                  <a:srgbClr val="000000"/>
                </a:solidFill>
                <a:effectLst/>
                <a:latin typeface="Arial" panose="020B0604020202020204" pitchFamily="34" charset="0"/>
              </a:rPr>
              <a:t>Institut der deutschen Wirtschaft: Datenwirtschaft in Deutschland - Wo stehen die Unternehmen in der Datennutzung und was sind ihre größten Hemmnisse? 2021</a:t>
            </a:r>
          </a:p>
          <a:p>
            <a:pPr marL="0" indent="0" rtl="0">
              <a:buNone/>
            </a:pPr>
            <a:r>
              <a:rPr lang="en-US" sz="1100" b="0" i="0" dirty="0">
                <a:solidFill>
                  <a:srgbClr val="000000"/>
                </a:solidFill>
                <a:effectLst/>
                <a:latin typeface="Arial" panose="020B0604020202020204" pitchFamily="34" charset="0"/>
              </a:rPr>
              <a:t>Rosenbaum, M. S., </a:t>
            </a:r>
            <a:r>
              <a:rPr lang="en-US" sz="1100" b="0" i="0" dirty="0" err="1">
                <a:solidFill>
                  <a:srgbClr val="000000"/>
                </a:solidFill>
                <a:effectLst/>
                <a:latin typeface="Arial" panose="020B0604020202020204" pitchFamily="34" charset="0"/>
              </a:rPr>
              <a:t>Otalora</a:t>
            </a:r>
            <a:r>
              <a:rPr lang="en-US" sz="1100" b="0" i="0" dirty="0">
                <a:solidFill>
                  <a:srgbClr val="000000"/>
                </a:solidFill>
                <a:effectLst/>
                <a:latin typeface="Arial" panose="020B0604020202020204" pitchFamily="34" charset="0"/>
              </a:rPr>
              <a:t>, M. L. and Ramirez, G. </a:t>
            </a:r>
            <a:r>
              <a:rPr lang="en-US" sz="1100" b="0" i="0" dirty="0" err="1">
                <a:solidFill>
                  <a:srgbClr val="000000"/>
                </a:solidFill>
                <a:effectLst/>
                <a:latin typeface="Arial" panose="020B0604020202020204" pitchFamily="34" charset="0"/>
              </a:rPr>
              <a:t>C.How</a:t>
            </a:r>
            <a:r>
              <a:rPr lang="en-US" sz="1100" b="0" i="0" dirty="0">
                <a:solidFill>
                  <a:srgbClr val="000000"/>
                </a:solidFill>
                <a:effectLst/>
                <a:latin typeface="Arial" panose="020B0604020202020204" pitchFamily="34" charset="0"/>
              </a:rPr>
              <a:t> to create a realistic customer </a:t>
            </a:r>
            <a:r>
              <a:rPr lang="en-US" sz="1100" b="0" i="0" dirty="0" err="1">
                <a:solidFill>
                  <a:srgbClr val="000000"/>
                </a:solidFill>
                <a:effectLst/>
                <a:latin typeface="Arial" panose="020B0604020202020204" pitchFamily="34" charset="0"/>
              </a:rPr>
              <a:t>journeymap.Business</a:t>
            </a:r>
            <a:r>
              <a:rPr lang="en-US" sz="1100" b="0" i="0" dirty="0">
                <a:solidFill>
                  <a:srgbClr val="000000"/>
                </a:solidFill>
                <a:effectLst/>
                <a:latin typeface="Arial" panose="020B0604020202020204" pitchFamily="34" charset="0"/>
              </a:rPr>
              <a:t> Horizons, 60(1), 2017: pp.  143–150.— 4 —</a:t>
            </a:r>
          </a:p>
          <a:p>
            <a:pPr marL="0" indent="0" rtl="0">
              <a:buNone/>
            </a:pPr>
            <a:endParaRPr lang="de-DE" sz="1100" b="0" i="0" dirty="0">
              <a:solidFill>
                <a:srgbClr val="000000"/>
              </a:solidFill>
              <a:effectLst/>
              <a:latin typeface="Arial" panose="020B0604020202020204" pitchFamily="34" charset="0"/>
            </a:endParaRPr>
          </a:p>
          <a:p>
            <a:pPr marL="0" indent="0" rtl="0">
              <a:buNone/>
            </a:pPr>
            <a:br>
              <a:rPr lang="en-US" sz="1100" b="0" i="0" dirty="0">
                <a:solidFill>
                  <a:srgbClr val="000000"/>
                </a:solidFill>
                <a:effectLst/>
                <a:latin typeface="Arial" panose="020B0604020202020204" pitchFamily="34" charset="0"/>
              </a:rPr>
            </a:br>
            <a:endParaRPr lang="en-US" sz="1100" dirty="0"/>
          </a:p>
        </p:txBody>
      </p:sp>
    </p:spTree>
    <p:extLst>
      <p:ext uri="{BB962C8B-B14F-4D97-AF65-F5344CB8AC3E}">
        <p14:creationId xmlns:p14="http://schemas.microsoft.com/office/powerpoint/2010/main" val="1748375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32BDE4-8705-4DE5-B76B-E01435DCDC1C}"/>
              </a:ext>
            </a:extLst>
          </p:cNvPr>
          <p:cNvSpPr>
            <a:spLocks noGrp="1"/>
          </p:cNvSpPr>
          <p:nvPr>
            <p:ph type="title"/>
          </p:nvPr>
        </p:nvSpPr>
        <p:spPr/>
        <p:txBody>
          <a:bodyPr/>
          <a:lstStyle/>
          <a:p>
            <a:r>
              <a:rPr lang="de-DE" dirty="0"/>
              <a:t>Bilderquellen</a:t>
            </a:r>
          </a:p>
        </p:txBody>
      </p:sp>
      <p:sp>
        <p:nvSpPr>
          <p:cNvPr id="4" name="Textfeld 3">
            <a:extLst>
              <a:ext uri="{FF2B5EF4-FFF2-40B4-BE49-F238E27FC236}">
                <a16:creationId xmlns:a16="http://schemas.microsoft.com/office/drawing/2014/main" id="{D3913042-6E3C-4BAE-9222-9464FF4BF8ED}"/>
              </a:ext>
            </a:extLst>
          </p:cNvPr>
          <p:cNvSpPr txBox="1"/>
          <p:nvPr/>
        </p:nvSpPr>
        <p:spPr>
          <a:xfrm>
            <a:off x="520116" y="1862356"/>
            <a:ext cx="10956023" cy="1477328"/>
          </a:xfrm>
          <a:prstGeom prst="rect">
            <a:avLst/>
          </a:prstGeom>
          <a:noFill/>
        </p:spPr>
        <p:txBody>
          <a:bodyPr wrap="square" rtlCol="0">
            <a:spAutoFit/>
          </a:bodyPr>
          <a:lstStyle/>
          <a:p>
            <a:r>
              <a:rPr lang="en-US" dirty="0"/>
              <a:t>Bild Folie 1:</a:t>
            </a:r>
            <a:r>
              <a:rPr lang="de-DE" dirty="0"/>
              <a:t> https://www.digitalradar-muensterland.de/eine-customer-journey-map-erstellen/, Zugriff: 04.06.21</a:t>
            </a:r>
          </a:p>
          <a:p>
            <a:r>
              <a:rPr lang="de-DE" dirty="0"/>
              <a:t>Bild Folie 3: https://miro.com/guides/customer-journey-mapping/</a:t>
            </a:r>
          </a:p>
          <a:p>
            <a:r>
              <a:rPr lang="de-DE" dirty="0"/>
              <a:t>Bild Folie 4: http://blog.clickdimensions.com/how-to-create-a-customer-journey-map-and-why-you-need-one/</a:t>
            </a:r>
          </a:p>
          <a:p>
            <a:r>
              <a:rPr lang="de-DE" dirty="0"/>
              <a:t>Bild Folie 5: https://uxstudioteam.com/ux-blog/ethnographic-research/</a:t>
            </a:r>
          </a:p>
          <a:p>
            <a:endParaRPr lang="en-US" dirty="0"/>
          </a:p>
        </p:txBody>
      </p:sp>
    </p:spTree>
    <p:extLst>
      <p:ext uri="{BB962C8B-B14F-4D97-AF65-F5344CB8AC3E}">
        <p14:creationId xmlns:p14="http://schemas.microsoft.com/office/powerpoint/2010/main" val="3298032880"/>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780</Words>
  <Application>Microsoft Office PowerPoint</Application>
  <PresentationFormat>Breitbild</PresentationFormat>
  <Paragraphs>81</Paragraphs>
  <Slides>15</Slides>
  <Notes>6</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15</vt:i4>
      </vt:variant>
    </vt:vector>
  </HeadingPairs>
  <TitlesOfParts>
    <vt:vector size="21" baseType="lpstr">
      <vt:lpstr>Arial</vt:lpstr>
      <vt:lpstr>Calibri</vt:lpstr>
      <vt:lpstr>Calibri Light</vt:lpstr>
      <vt:lpstr>JMFCF E+ Adv T T 7f 5838b 0. I</vt:lpstr>
      <vt:lpstr>Minion-Regular</vt:lpstr>
      <vt:lpstr>Office</vt:lpstr>
      <vt:lpstr>Customer Journey Maps</vt:lpstr>
      <vt:lpstr>Warum Customer Journey Maps</vt:lpstr>
      <vt:lpstr>Ziel einer Customer Journey Map</vt:lpstr>
      <vt:lpstr>Aktueller Einsatz in der Industrie</vt:lpstr>
      <vt:lpstr>Bestandteile einer CJM</vt:lpstr>
      <vt:lpstr>Bestandteile einer CJM</vt:lpstr>
      <vt:lpstr>Methoden zur Erstellung einer CJM</vt:lpstr>
      <vt:lpstr>Fallbeispiel</vt:lpstr>
      <vt:lpstr>Entwicklung der vertikalen Achse</vt:lpstr>
      <vt:lpstr>Pre-Service Period</vt:lpstr>
      <vt:lpstr>Service Period</vt:lpstr>
      <vt:lpstr>Vorteile für Unternhemen</vt:lpstr>
      <vt:lpstr>Vorteile für Kunden</vt:lpstr>
      <vt:lpstr>Literaturquellen</vt:lpstr>
      <vt:lpstr>Bilderquellen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Journey Maps</dc:title>
  <dc:creator>Tim Böckel</dc:creator>
  <cp:lastModifiedBy>Tim Böckel</cp:lastModifiedBy>
  <cp:revision>1</cp:revision>
  <dcterms:created xsi:type="dcterms:W3CDTF">2021-05-25T11:06:00Z</dcterms:created>
  <dcterms:modified xsi:type="dcterms:W3CDTF">2021-06-07T08:18:41Z</dcterms:modified>
</cp:coreProperties>
</file>