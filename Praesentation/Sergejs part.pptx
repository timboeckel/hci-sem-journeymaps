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e5652ff3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de5652ff3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deef1614c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deef1614c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eef1614c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eef1614c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f027a7cc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f027a7cc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Die Phasen - Welche Schritte geht ein Kunde?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249425" y="1668825"/>
            <a:ext cx="3517800" cy="23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Phasen: </a:t>
            </a:r>
            <a:br>
              <a:rPr lang="de" sz="1100">
                <a:solidFill>
                  <a:schemeClr val="dk1"/>
                </a:solidFill>
              </a:rPr>
            </a:br>
            <a:r>
              <a:rPr lang="de" sz="1100">
                <a:solidFill>
                  <a:schemeClr val="dk1"/>
                </a:solidFill>
              </a:rPr>
              <a:t>Pre-Touch, First Touch, Core Touch, Last Touch in Touch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Feelings:</a:t>
            </a:r>
            <a:br>
              <a:rPr lang="de" sz="1100">
                <a:solidFill>
                  <a:schemeClr val="dk1"/>
                </a:solidFill>
              </a:rPr>
            </a:br>
            <a:r>
              <a:rPr lang="de" sz="1100">
                <a:solidFill>
                  <a:schemeClr val="dk1"/>
                </a:solidFill>
              </a:rPr>
              <a:t>Eine Form der Gewichtung der Touchpoints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Channels:</a:t>
            </a:r>
            <a:br>
              <a:rPr lang="de" sz="1100">
                <a:solidFill>
                  <a:schemeClr val="dk1"/>
                </a:solidFill>
              </a:rPr>
            </a:br>
            <a:r>
              <a:rPr lang="de" sz="1100">
                <a:solidFill>
                  <a:schemeClr val="dk1"/>
                </a:solidFill>
              </a:rPr>
              <a:t>Die Form der Interaktion mit dem Unternehmen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100">
                <a:solidFill>
                  <a:schemeClr val="dk1"/>
                </a:solidFill>
              </a:rPr>
              <a:t>Doing &amp; Saying:</a:t>
            </a:r>
            <a:br>
              <a:rPr lang="de" sz="1100">
                <a:solidFill>
                  <a:schemeClr val="dk1"/>
                </a:solidFill>
              </a:rPr>
            </a:br>
            <a:r>
              <a:rPr lang="de" sz="1100">
                <a:solidFill>
                  <a:schemeClr val="dk1"/>
                </a:solidFill>
              </a:rPr>
              <a:t>Beschreibung dessen was der Kunde bei der jeweiligen Interaktion denkt</a:t>
            </a:r>
            <a:br>
              <a:rPr lang="de" sz="1100">
                <a:solidFill>
                  <a:schemeClr val="dk1"/>
                </a:solidFill>
              </a:rPr>
            </a:br>
            <a:br>
              <a:rPr lang="de" sz="1100">
                <a:solidFill>
                  <a:schemeClr val="dk1"/>
                </a:solidFill>
              </a:rPr>
            </a:br>
            <a:r>
              <a:rPr lang="de" sz="1100">
                <a:solidFill>
                  <a:schemeClr val="dk1"/>
                </a:solidFill>
              </a:rPr>
              <a:t>Thinking</a:t>
            </a:r>
            <a:r>
              <a:rPr lang="de" sz="1208">
                <a:solidFill>
                  <a:schemeClr val="dk1"/>
                </a:solidFill>
              </a:rPr>
              <a:t>:</a:t>
            </a:r>
            <a:br>
              <a:rPr lang="de" sz="1208">
                <a:solidFill>
                  <a:schemeClr val="dk1"/>
                </a:solidFill>
              </a:rPr>
            </a:br>
            <a:r>
              <a:rPr lang="de" sz="1208">
                <a:solidFill>
                  <a:schemeClr val="dk1"/>
                </a:solidFill>
              </a:rPr>
              <a:t>Was ist der Gedanke des Kunden während der einzelnen Phasen</a:t>
            </a:r>
            <a:endParaRPr sz="1208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225" y="1313900"/>
            <a:ext cx="5065076" cy="26387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795000" y="3938200"/>
            <a:ext cx="4909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de" sz="500">
                <a:solidFill>
                  <a:schemeClr val="dk1"/>
                </a:solidFill>
                <a:highlight>
                  <a:srgbClr val="FFFFFF"/>
                </a:highlight>
              </a:rPr>
              <a:t>Grafik:</a:t>
            </a:r>
            <a:br>
              <a:rPr lang="de" sz="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de" sz="500">
                <a:solidFill>
                  <a:schemeClr val="dk1"/>
                </a:solidFill>
                <a:highlight>
                  <a:srgbClr val="FFFFFF"/>
                </a:highlight>
              </a:rPr>
              <a:t>Aus: Evaluating Customer Experience through Customer Journey Mapping and Service Blueprinting at Edmonton Public Library An Exploratory Study. Erste Abbildung</a:t>
            </a:r>
            <a:endParaRPr sz="700"/>
          </a:p>
        </p:txBody>
      </p:sp>
      <p:sp>
        <p:nvSpPr>
          <p:cNvPr id="58" name="Google Shape;58;p13"/>
          <p:cNvSpPr txBox="1"/>
          <p:nvPr/>
        </p:nvSpPr>
        <p:spPr>
          <a:xfrm>
            <a:off x="302925" y="4215775"/>
            <a:ext cx="304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/>
              <a:t>Nur eine von vielen möglichen Repräsentation!!!</a:t>
            </a:r>
            <a:endParaRPr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Andere Beispiele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200" y="1017725"/>
            <a:ext cx="4163101" cy="312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021175"/>
            <a:ext cx="3636700" cy="271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Design Thinking und Customer Journey Map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16300" y="1562675"/>
            <a:ext cx="4055700" cy="15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</a:rPr>
              <a:t>Customer Journey Map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	-Kunden Verstehen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	-Prozess Anpassen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	-Erfahrung Verbessern</a:t>
            </a:r>
            <a:br>
              <a:rPr lang="de">
                <a:solidFill>
                  <a:schemeClr val="dk1"/>
                </a:solidFill>
              </a:rPr>
            </a:br>
            <a:r>
              <a:rPr lang="de">
                <a:solidFill>
                  <a:schemeClr val="dk1"/>
                </a:solidFill>
              </a:rPr>
              <a:t>	-Flexible/Präzise einsatzmöglichkeit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Schlusswort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805550"/>
            <a:ext cx="3976800" cy="23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</a:rPr>
              <a:t>Umfrage zeigt Interesse an Kundendaten insbesondere bei Unternehmen mit Digitalem Fokus.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284600" y="315550"/>
            <a:ext cx="3635100" cy="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675" y="1017725"/>
            <a:ext cx="4550700" cy="344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